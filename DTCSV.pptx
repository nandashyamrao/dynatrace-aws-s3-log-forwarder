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1"/>
  </p:notesMasterIdLst>
  <p:sldIdLst>
    <p:sldId id="2561" r:id="rId2"/>
    <p:sldId id="2562" r:id="rId3"/>
    <p:sldId id="2563" r:id="rId4"/>
    <p:sldId id="2564" r:id="rId5"/>
    <p:sldId id="2565" r:id="rId6"/>
    <p:sldId id="2566" r:id="rId7"/>
    <p:sldId id="2567" r:id="rId8"/>
    <p:sldId id="2568" r:id="rId9"/>
    <p:sldId id="2569"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Enhancing Observability with CSV Lookup Files in Dynatrace" id="{95377613-2603-460B-A203-35BC070D3658}">
          <p14:sldIdLst>
            <p14:sldId id="2561"/>
            <p14:sldId id="2562"/>
            <p14:sldId id="2563"/>
            <p14:sldId id="2564"/>
            <p14:sldId id="2565"/>
            <p14:sldId id="2566"/>
            <p14:sldId id="2567"/>
            <p14:sldId id="2568"/>
          </p14:sldIdLst>
        </p14:section>
        <p14:section name="Conclusion" id="{975CC48B-7CBE-4601-B10A-94E3094DD0DC}">
          <p14:sldIdLst>
            <p14:sldId id="2569"/>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SorterView">
  <p:normalViewPr>
    <p:restoredLeft sz="14995" autoAdjust="0"/>
    <p:restoredTop sz="94660"/>
  </p:normalViewPr>
  <p:slideViewPr>
    <p:cSldViewPr snapToGrid="0">
      <p:cViewPr varScale="1">
        <p:scale>
          <a:sx n="97" d="100"/>
          <a:sy n="97" d="100"/>
        </p:scale>
        <p:origin x="216" y="306"/>
      </p:cViewPr>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148BB15-781E-4536-A1B8-256FC137A9F7}" type="doc">
      <dgm:prSet loTypeId="urn:microsoft.com/office/officeart/2024/3/layout/hArchList1" loCatId="List" qsTypeId="urn:microsoft.com/office/officeart/2005/8/quickstyle/simple1" qsCatId="simple" csTypeId="urn:microsoft.com/office/officeart/2005/8/colors/accent1_2" csCatId="accent1" phldr="1"/>
      <dgm:spPr/>
      <dgm:t>
        <a:bodyPr/>
        <a:lstStyle/>
        <a:p>
          <a:endParaRPr lang="en-US"/>
        </a:p>
      </dgm:t>
    </dgm:pt>
    <dgm:pt modelId="{DD1630DD-0514-483F-8AD7-425140E8243A}">
      <dgm:prSet/>
      <dgm:spPr/>
      <dgm:t>
        <a:bodyPr/>
        <a:lstStyle/>
        <a:p>
          <a:pPr>
            <a:lnSpc>
              <a:spcPct val="100000"/>
            </a:lnSpc>
            <a:defRPr b="1"/>
          </a:pPr>
          <a:r>
            <a:rPr lang="en-US"/>
            <a:t>Enhancing Observability Data</a:t>
          </a:r>
        </a:p>
      </dgm:t>
    </dgm:pt>
    <dgm:pt modelId="{D7497247-21F8-4E9B-AF5F-C3847A53B5C6}" type="parTrans" cxnId="{BFC4075A-FE2F-465D-BFD5-5554B7657777}">
      <dgm:prSet/>
      <dgm:spPr/>
      <dgm:t>
        <a:bodyPr/>
        <a:lstStyle/>
        <a:p>
          <a:endParaRPr lang="en-US"/>
        </a:p>
      </dgm:t>
    </dgm:pt>
    <dgm:pt modelId="{3023B7A4-047B-4748-A284-7083ABC8AF84}" type="sibTrans" cxnId="{BFC4075A-FE2F-465D-BFD5-5554B7657777}">
      <dgm:prSet/>
      <dgm:spPr/>
      <dgm:t>
        <a:bodyPr/>
        <a:lstStyle/>
        <a:p>
          <a:pPr>
            <a:lnSpc>
              <a:spcPct val="100000"/>
            </a:lnSpc>
            <a:defRPr b="1"/>
          </a:pPr>
          <a:endParaRPr lang="en-US"/>
        </a:p>
      </dgm:t>
    </dgm:pt>
    <dgm:pt modelId="{FAA061BE-E154-4821-82A1-D22E93D22716}">
      <dgm:prSet/>
      <dgm:spPr/>
      <dgm:t>
        <a:bodyPr/>
        <a:lstStyle/>
        <a:p>
          <a:pPr>
            <a:lnSpc>
              <a:spcPct val="100000"/>
            </a:lnSpc>
          </a:pPr>
          <a:r>
            <a:rPr lang="en-US"/>
            <a:t>CSV lookup files enrich observability data by adding detailed, contextual information for better analysis.</a:t>
          </a:r>
        </a:p>
      </dgm:t>
    </dgm:pt>
    <dgm:pt modelId="{7D0E2146-882E-4E95-B8FA-558C41EE577F}" type="parTrans" cxnId="{2AAAE05B-3FE9-4DD7-A7A2-EAFF613E226E}">
      <dgm:prSet/>
      <dgm:spPr/>
      <dgm:t>
        <a:bodyPr/>
        <a:lstStyle/>
        <a:p>
          <a:endParaRPr lang="en-US"/>
        </a:p>
      </dgm:t>
    </dgm:pt>
    <dgm:pt modelId="{B9288EAD-98D8-4F48-B677-AB9653E3529F}" type="sibTrans" cxnId="{2AAAE05B-3FE9-4DD7-A7A2-EAFF613E226E}">
      <dgm:prSet/>
      <dgm:spPr/>
      <dgm:t>
        <a:bodyPr/>
        <a:lstStyle/>
        <a:p>
          <a:endParaRPr lang="en-US"/>
        </a:p>
      </dgm:t>
    </dgm:pt>
    <dgm:pt modelId="{D57FE4CD-4739-4335-BAC3-53730E3F2E29}">
      <dgm:prSet/>
      <dgm:spPr/>
      <dgm:t>
        <a:bodyPr/>
        <a:lstStyle/>
        <a:p>
          <a:pPr>
            <a:lnSpc>
              <a:spcPct val="100000"/>
            </a:lnSpc>
            <a:defRPr b="1"/>
          </a:pPr>
          <a:r>
            <a:rPr lang="en-US"/>
            <a:t>Promoting Standardization</a:t>
          </a:r>
        </a:p>
      </dgm:t>
    </dgm:pt>
    <dgm:pt modelId="{3EEB6DF7-7B4E-450D-9513-2F3FC31E510D}" type="parTrans" cxnId="{3C753D30-433E-4ACD-BD14-431F541F2870}">
      <dgm:prSet/>
      <dgm:spPr/>
      <dgm:t>
        <a:bodyPr/>
        <a:lstStyle/>
        <a:p>
          <a:endParaRPr lang="en-US"/>
        </a:p>
      </dgm:t>
    </dgm:pt>
    <dgm:pt modelId="{231BB004-FB68-482D-B50F-C4988A0D2EF3}" type="sibTrans" cxnId="{3C753D30-433E-4ACD-BD14-431F541F2870}">
      <dgm:prSet/>
      <dgm:spPr/>
      <dgm:t>
        <a:bodyPr/>
        <a:lstStyle/>
        <a:p>
          <a:pPr>
            <a:lnSpc>
              <a:spcPct val="100000"/>
            </a:lnSpc>
            <a:defRPr b="1"/>
          </a:pPr>
          <a:endParaRPr lang="en-US"/>
        </a:p>
      </dgm:t>
    </dgm:pt>
    <dgm:pt modelId="{77236F0A-1EDD-4894-BF2A-3449D08E38D4}">
      <dgm:prSet/>
      <dgm:spPr/>
      <dgm:t>
        <a:bodyPr/>
        <a:lstStyle/>
        <a:p>
          <a:pPr>
            <a:lnSpc>
              <a:spcPct val="100000"/>
            </a:lnSpc>
          </a:pPr>
          <a:r>
            <a:rPr lang="en-US"/>
            <a:t>Using CSV lookup files helps standardize data formats and business context across monitoring environments.</a:t>
          </a:r>
        </a:p>
      </dgm:t>
    </dgm:pt>
    <dgm:pt modelId="{CEB2CF2F-B07B-442E-9536-C38170E575A1}" type="parTrans" cxnId="{19646833-731C-4A0C-8361-F4F1E60BE62B}">
      <dgm:prSet/>
      <dgm:spPr/>
      <dgm:t>
        <a:bodyPr/>
        <a:lstStyle/>
        <a:p>
          <a:endParaRPr lang="en-US"/>
        </a:p>
      </dgm:t>
    </dgm:pt>
    <dgm:pt modelId="{58D381AF-F705-4DBA-9027-7014C53C000D}" type="sibTrans" cxnId="{19646833-731C-4A0C-8361-F4F1E60BE62B}">
      <dgm:prSet/>
      <dgm:spPr/>
      <dgm:t>
        <a:bodyPr/>
        <a:lstStyle/>
        <a:p>
          <a:endParaRPr lang="en-US"/>
        </a:p>
      </dgm:t>
    </dgm:pt>
    <dgm:pt modelId="{30500AC2-3600-4DC0-8767-1A12C55A986C}">
      <dgm:prSet/>
      <dgm:spPr/>
      <dgm:t>
        <a:bodyPr/>
        <a:lstStyle/>
        <a:p>
          <a:pPr>
            <a:lnSpc>
              <a:spcPct val="100000"/>
            </a:lnSpc>
            <a:defRPr b="1"/>
          </a:pPr>
          <a:r>
            <a:rPr lang="en-US"/>
            <a:t>Improving Operational Insights</a:t>
          </a:r>
        </a:p>
      </dgm:t>
    </dgm:pt>
    <dgm:pt modelId="{F59A3927-7574-4490-B457-A03831B233BA}" type="parTrans" cxnId="{BB8C3650-394C-458F-9AA8-94289546D234}">
      <dgm:prSet/>
      <dgm:spPr/>
      <dgm:t>
        <a:bodyPr/>
        <a:lstStyle/>
        <a:p>
          <a:endParaRPr lang="en-US"/>
        </a:p>
      </dgm:t>
    </dgm:pt>
    <dgm:pt modelId="{1D78EE30-B8EE-4F58-AC85-76CD471DC996}" type="sibTrans" cxnId="{BB8C3650-394C-458F-9AA8-94289546D234}">
      <dgm:prSet/>
      <dgm:spPr/>
      <dgm:t>
        <a:bodyPr/>
        <a:lstStyle/>
        <a:p>
          <a:endParaRPr lang="en-US"/>
        </a:p>
      </dgm:t>
    </dgm:pt>
    <dgm:pt modelId="{B1C3A214-69C3-49CD-A1FB-9743C13525F3}">
      <dgm:prSet/>
      <dgm:spPr/>
      <dgm:t>
        <a:bodyPr/>
        <a:lstStyle/>
        <a:p>
          <a:pPr>
            <a:lnSpc>
              <a:spcPct val="100000"/>
            </a:lnSpc>
          </a:pPr>
          <a:r>
            <a:rPr lang="en-US"/>
            <a:t>Effective use of CSV lookup files enhances monitoring quality and delivers deeper operational insights.</a:t>
          </a:r>
        </a:p>
      </dgm:t>
    </dgm:pt>
    <dgm:pt modelId="{78660A61-B968-47A3-B11C-A022AE87EA96}" type="parTrans" cxnId="{8A2E60B6-F3DF-47B9-B5AB-A879BDB51BD4}">
      <dgm:prSet/>
      <dgm:spPr/>
      <dgm:t>
        <a:bodyPr/>
        <a:lstStyle/>
        <a:p>
          <a:endParaRPr lang="en-US"/>
        </a:p>
      </dgm:t>
    </dgm:pt>
    <dgm:pt modelId="{6EE1A9B3-4E72-4A62-A73C-CCCE7ECD9E02}" type="sibTrans" cxnId="{8A2E60B6-F3DF-47B9-B5AB-A879BDB51BD4}">
      <dgm:prSet/>
      <dgm:spPr/>
      <dgm:t>
        <a:bodyPr/>
        <a:lstStyle/>
        <a:p>
          <a:endParaRPr lang="en-US"/>
        </a:p>
      </dgm:t>
    </dgm:pt>
    <dgm:pt modelId="{DE3054F6-05AF-4E1F-8C5F-5743311E07A8}" type="pres">
      <dgm:prSet presAssocID="{B148BB15-781E-4536-A1B8-256FC137A9F7}" presName="Name0" presStyleCnt="0">
        <dgm:presLayoutVars>
          <dgm:dir/>
          <dgm:resizeHandles val="exact"/>
        </dgm:presLayoutVars>
      </dgm:prSet>
      <dgm:spPr/>
    </dgm:pt>
    <dgm:pt modelId="{15DCAABA-9F8B-4C98-BB87-9D5CFA708874}" type="pres">
      <dgm:prSet presAssocID="{DD1630DD-0514-483F-8AD7-425140E8243A}" presName="compNode" presStyleCnt="0"/>
      <dgm:spPr/>
    </dgm:pt>
    <dgm:pt modelId="{473E772D-6095-4A71-A0D0-6FDF22BF24DE}" type="pres">
      <dgm:prSet presAssocID="{DD1630DD-0514-483F-8AD7-425140E8243A}" presName="pictRect" presStyleLbl="revTx" presStyleIdx="0" presStyleCnt="6">
        <dgm:presLayoutVars>
          <dgm:chMax val="0"/>
          <dgm:bulletEnabled/>
        </dgm:presLayoutVars>
      </dgm:prSet>
      <dgm:spPr/>
    </dgm:pt>
    <dgm:pt modelId="{E9EC98BB-6576-4CE1-BE0A-DCBF7FFF8E0B}" type="pres">
      <dgm:prSet presAssocID="{DD1630DD-0514-483F-8AD7-425140E8243A}" presName="textRect" presStyleLbl="revTx" presStyleIdx="1" presStyleCnt="6">
        <dgm:presLayoutVars>
          <dgm:bulletEnabled/>
        </dgm:presLayoutVars>
      </dgm:prSet>
      <dgm:spPr/>
    </dgm:pt>
    <dgm:pt modelId="{5EE5D1BD-7C9F-44F9-9F6E-DE2232012526}" type="pres">
      <dgm:prSet presAssocID="{3023B7A4-047B-4748-A284-7083ABC8AF84}" presName="sibTrans" presStyleLbl="sibTrans2D1" presStyleIdx="0" presStyleCnt="0"/>
      <dgm:spPr/>
    </dgm:pt>
    <dgm:pt modelId="{9A64DD9A-C3BC-4489-B5EE-13634290A44F}" type="pres">
      <dgm:prSet presAssocID="{D57FE4CD-4739-4335-BAC3-53730E3F2E29}" presName="compNode" presStyleCnt="0"/>
      <dgm:spPr/>
    </dgm:pt>
    <dgm:pt modelId="{E5DAD8E9-A202-4D3F-8954-5147D19000AA}" type="pres">
      <dgm:prSet presAssocID="{D57FE4CD-4739-4335-BAC3-53730E3F2E29}" presName="pictRect" presStyleLbl="revTx" presStyleIdx="2" presStyleCnt="6">
        <dgm:presLayoutVars>
          <dgm:chMax val="0"/>
          <dgm:bulletEnabled/>
        </dgm:presLayoutVars>
      </dgm:prSet>
      <dgm:spPr/>
    </dgm:pt>
    <dgm:pt modelId="{33EBBD02-3C3F-467B-A182-64DDBA66E85E}" type="pres">
      <dgm:prSet presAssocID="{D57FE4CD-4739-4335-BAC3-53730E3F2E29}" presName="textRect" presStyleLbl="revTx" presStyleIdx="3" presStyleCnt="6">
        <dgm:presLayoutVars>
          <dgm:bulletEnabled/>
        </dgm:presLayoutVars>
      </dgm:prSet>
      <dgm:spPr/>
    </dgm:pt>
    <dgm:pt modelId="{A0A81E32-9A8C-4B5C-8995-31352C814C9A}" type="pres">
      <dgm:prSet presAssocID="{231BB004-FB68-482D-B50F-C4988A0D2EF3}" presName="sibTrans" presStyleLbl="sibTrans2D1" presStyleIdx="0" presStyleCnt="0"/>
      <dgm:spPr/>
    </dgm:pt>
    <dgm:pt modelId="{3F5A8341-8CC5-4EB0-8A23-675A5DBF6D9F}" type="pres">
      <dgm:prSet presAssocID="{30500AC2-3600-4DC0-8767-1A12C55A986C}" presName="compNode" presStyleCnt="0"/>
      <dgm:spPr/>
    </dgm:pt>
    <dgm:pt modelId="{212726AD-AC84-41D6-B4DD-664BC63E4E37}" type="pres">
      <dgm:prSet presAssocID="{30500AC2-3600-4DC0-8767-1A12C55A986C}" presName="pictRect" presStyleLbl="revTx" presStyleIdx="4" presStyleCnt="6">
        <dgm:presLayoutVars>
          <dgm:chMax val="0"/>
          <dgm:bulletEnabled/>
        </dgm:presLayoutVars>
      </dgm:prSet>
      <dgm:spPr/>
    </dgm:pt>
    <dgm:pt modelId="{1F794433-D188-40D6-ADB2-A1A671241A81}" type="pres">
      <dgm:prSet presAssocID="{30500AC2-3600-4DC0-8767-1A12C55A986C}" presName="textRect" presStyleLbl="revTx" presStyleIdx="5" presStyleCnt="6">
        <dgm:presLayoutVars>
          <dgm:bulletEnabled/>
        </dgm:presLayoutVars>
      </dgm:prSet>
      <dgm:spPr/>
    </dgm:pt>
  </dgm:ptLst>
  <dgm:cxnLst>
    <dgm:cxn modelId="{8CDCCE15-9DFD-421F-A376-B1F34427CAF5}" type="presOf" srcId="{D57FE4CD-4739-4335-BAC3-53730E3F2E29}" destId="{E5DAD8E9-A202-4D3F-8954-5147D19000AA}" srcOrd="0" destOrd="0" presId="urn:microsoft.com/office/officeart/2024/3/layout/hArchList1"/>
    <dgm:cxn modelId="{1A3DD925-061A-40B0-9055-5F0F975124A9}" type="presOf" srcId="{3023B7A4-047B-4748-A284-7083ABC8AF84}" destId="{5EE5D1BD-7C9F-44F9-9F6E-DE2232012526}" srcOrd="0" destOrd="0" presId="urn:microsoft.com/office/officeart/2024/3/layout/hArchList1"/>
    <dgm:cxn modelId="{3C753D30-433E-4ACD-BD14-431F541F2870}" srcId="{B148BB15-781E-4536-A1B8-256FC137A9F7}" destId="{D57FE4CD-4739-4335-BAC3-53730E3F2E29}" srcOrd="1" destOrd="0" parTransId="{3EEB6DF7-7B4E-450D-9513-2F3FC31E510D}" sibTransId="{231BB004-FB68-482D-B50F-C4988A0D2EF3}"/>
    <dgm:cxn modelId="{19646833-731C-4A0C-8361-F4F1E60BE62B}" srcId="{D57FE4CD-4739-4335-BAC3-53730E3F2E29}" destId="{77236F0A-1EDD-4894-BF2A-3449D08E38D4}" srcOrd="0" destOrd="0" parTransId="{CEB2CF2F-B07B-442E-9536-C38170E575A1}" sibTransId="{58D381AF-F705-4DBA-9027-7014C53C000D}"/>
    <dgm:cxn modelId="{2AAAE05B-3FE9-4DD7-A7A2-EAFF613E226E}" srcId="{DD1630DD-0514-483F-8AD7-425140E8243A}" destId="{FAA061BE-E154-4821-82A1-D22E93D22716}" srcOrd="0" destOrd="0" parTransId="{7D0E2146-882E-4E95-B8FA-558C41EE577F}" sibTransId="{B9288EAD-98D8-4F48-B677-AB9653E3529F}"/>
    <dgm:cxn modelId="{38170C4F-B8BE-49B5-8FC3-10FF1EBD3180}" type="presOf" srcId="{77236F0A-1EDD-4894-BF2A-3449D08E38D4}" destId="{33EBBD02-3C3F-467B-A182-64DDBA66E85E}" srcOrd="0" destOrd="0" presId="urn:microsoft.com/office/officeart/2024/3/layout/hArchList1"/>
    <dgm:cxn modelId="{BB8C3650-394C-458F-9AA8-94289546D234}" srcId="{B148BB15-781E-4536-A1B8-256FC137A9F7}" destId="{30500AC2-3600-4DC0-8767-1A12C55A986C}" srcOrd="2" destOrd="0" parTransId="{F59A3927-7574-4490-B457-A03831B233BA}" sibTransId="{1D78EE30-B8EE-4F58-AC85-76CD471DC996}"/>
    <dgm:cxn modelId="{DBEB9C58-2F67-4C75-954A-B704FFF86DCD}" type="presOf" srcId="{FAA061BE-E154-4821-82A1-D22E93D22716}" destId="{E9EC98BB-6576-4CE1-BE0A-DCBF7FFF8E0B}" srcOrd="0" destOrd="0" presId="urn:microsoft.com/office/officeart/2024/3/layout/hArchList1"/>
    <dgm:cxn modelId="{BFC4075A-FE2F-465D-BFD5-5554B7657777}" srcId="{B148BB15-781E-4536-A1B8-256FC137A9F7}" destId="{DD1630DD-0514-483F-8AD7-425140E8243A}" srcOrd="0" destOrd="0" parTransId="{D7497247-21F8-4E9B-AF5F-C3847A53B5C6}" sibTransId="{3023B7A4-047B-4748-A284-7083ABC8AF84}"/>
    <dgm:cxn modelId="{43CA947A-0854-45AF-91CB-CDA6FD30B17A}" type="presOf" srcId="{30500AC2-3600-4DC0-8767-1A12C55A986C}" destId="{212726AD-AC84-41D6-B4DD-664BC63E4E37}" srcOrd="0" destOrd="0" presId="urn:microsoft.com/office/officeart/2024/3/layout/hArchList1"/>
    <dgm:cxn modelId="{7E44B298-595F-4082-A8D5-3FEAEACDBE48}" type="presOf" srcId="{DD1630DD-0514-483F-8AD7-425140E8243A}" destId="{473E772D-6095-4A71-A0D0-6FDF22BF24DE}" srcOrd="0" destOrd="0" presId="urn:microsoft.com/office/officeart/2024/3/layout/hArchList1"/>
    <dgm:cxn modelId="{8A2E60B6-F3DF-47B9-B5AB-A879BDB51BD4}" srcId="{30500AC2-3600-4DC0-8767-1A12C55A986C}" destId="{B1C3A214-69C3-49CD-A1FB-9743C13525F3}" srcOrd="0" destOrd="0" parTransId="{78660A61-B968-47A3-B11C-A022AE87EA96}" sibTransId="{6EE1A9B3-4E72-4A62-A73C-CCCE7ECD9E02}"/>
    <dgm:cxn modelId="{AF66F0BE-1E89-476F-A421-72583D559144}" type="presOf" srcId="{B148BB15-781E-4536-A1B8-256FC137A9F7}" destId="{DE3054F6-05AF-4E1F-8C5F-5743311E07A8}" srcOrd="0" destOrd="0" presId="urn:microsoft.com/office/officeart/2024/3/layout/hArchList1"/>
    <dgm:cxn modelId="{77FEDCCC-E989-44DC-9BF4-C9F98088C635}" type="presOf" srcId="{231BB004-FB68-482D-B50F-C4988A0D2EF3}" destId="{A0A81E32-9A8C-4B5C-8995-31352C814C9A}" srcOrd="0" destOrd="0" presId="urn:microsoft.com/office/officeart/2024/3/layout/hArchList1"/>
    <dgm:cxn modelId="{8D8AAFDF-FE11-47A5-A6BE-5391A607F9D5}" type="presOf" srcId="{B1C3A214-69C3-49CD-A1FB-9743C13525F3}" destId="{1F794433-D188-40D6-ADB2-A1A671241A81}" srcOrd="0" destOrd="0" presId="urn:microsoft.com/office/officeart/2024/3/layout/hArchList1"/>
    <dgm:cxn modelId="{EB85CB11-2A2E-4822-9EB5-4FF0763F098E}" type="presParOf" srcId="{DE3054F6-05AF-4E1F-8C5F-5743311E07A8}" destId="{15DCAABA-9F8B-4C98-BB87-9D5CFA708874}" srcOrd="0" destOrd="0" presId="urn:microsoft.com/office/officeart/2024/3/layout/hArchList1"/>
    <dgm:cxn modelId="{2D93E15E-9EA1-4B72-ACE0-CBD3E51ABEB0}" type="presParOf" srcId="{15DCAABA-9F8B-4C98-BB87-9D5CFA708874}" destId="{473E772D-6095-4A71-A0D0-6FDF22BF24DE}" srcOrd="0" destOrd="0" presId="urn:microsoft.com/office/officeart/2024/3/layout/hArchList1"/>
    <dgm:cxn modelId="{664465E7-B0D7-4993-B7A0-85AC0BCAFB31}" type="presParOf" srcId="{15DCAABA-9F8B-4C98-BB87-9D5CFA708874}" destId="{E9EC98BB-6576-4CE1-BE0A-DCBF7FFF8E0B}" srcOrd="1" destOrd="0" presId="urn:microsoft.com/office/officeart/2024/3/layout/hArchList1"/>
    <dgm:cxn modelId="{2EBE2628-17EF-465C-A9F2-FD3E4A720F07}" type="presParOf" srcId="{DE3054F6-05AF-4E1F-8C5F-5743311E07A8}" destId="{5EE5D1BD-7C9F-44F9-9F6E-DE2232012526}" srcOrd="1" destOrd="0" presId="urn:microsoft.com/office/officeart/2024/3/layout/hArchList1"/>
    <dgm:cxn modelId="{7893BD74-FC8C-42BC-B0AF-E1B9B1D0E3B3}" type="presParOf" srcId="{DE3054F6-05AF-4E1F-8C5F-5743311E07A8}" destId="{9A64DD9A-C3BC-4489-B5EE-13634290A44F}" srcOrd="2" destOrd="0" presId="urn:microsoft.com/office/officeart/2024/3/layout/hArchList1"/>
    <dgm:cxn modelId="{92AB9697-A303-4B3C-AFF7-B757C09B9EC2}" type="presParOf" srcId="{9A64DD9A-C3BC-4489-B5EE-13634290A44F}" destId="{E5DAD8E9-A202-4D3F-8954-5147D19000AA}" srcOrd="0" destOrd="0" presId="urn:microsoft.com/office/officeart/2024/3/layout/hArchList1"/>
    <dgm:cxn modelId="{C8B07BBA-46A7-4175-A3AC-C0F43480C055}" type="presParOf" srcId="{9A64DD9A-C3BC-4489-B5EE-13634290A44F}" destId="{33EBBD02-3C3F-467B-A182-64DDBA66E85E}" srcOrd="1" destOrd="0" presId="urn:microsoft.com/office/officeart/2024/3/layout/hArchList1"/>
    <dgm:cxn modelId="{AA2DF8DA-BDA1-4DB1-A0B9-4C8A3957CDD9}" type="presParOf" srcId="{DE3054F6-05AF-4E1F-8C5F-5743311E07A8}" destId="{A0A81E32-9A8C-4B5C-8995-31352C814C9A}" srcOrd="3" destOrd="0" presId="urn:microsoft.com/office/officeart/2024/3/layout/hArchList1"/>
    <dgm:cxn modelId="{1C750273-C9EF-44B8-94C6-FC446E95DA3A}" type="presParOf" srcId="{DE3054F6-05AF-4E1F-8C5F-5743311E07A8}" destId="{3F5A8341-8CC5-4EB0-8A23-675A5DBF6D9F}" srcOrd="4" destOrd="0" presId="urn:microsoft.com/office/officeart/2024/3/layout/hArchList1"/>
    <dgm:cxn modelId="{8C64C43D-C3D8-4533-AEFC-790A92A16B06}" type="presParOf" srcId="{3F5A8341-8CC5-4EB0-8A23-675A5DBF6D9F}" destId="{212726AD-AC84-41D6-B4DD-664BC63E4E37}" srcOrd="0" destOrd="0" presId="urn:microsoft.com/office/officeart/2024/3/layout/hArchList1"/>
    <dgm:cxn modelId="{4CFDDA54-0269-4AF0-8279-04246603496B}" type="presParOf" srcId="{3F5A8341-8CC5-4EB0-8A23-675A5DBF6D9F}" destId="{1F794433-D188-40D6-ADB2-A1A671241A81}" srcOrd="1" destOrd="0" presId="urn:microsoft.com/office/officeart/2024/3/layout/hArc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73E772D-6095-4A71-A0D0-6FDF22BF24DE}">
      <dsp:nvSpPr>
        <dsp:cNvPr id="0" name=""/>
        <dsp:cNvSpPr/>
      </dsp:nvSpPr>
      <dsp:spPr>
        <a:xfrm>
          <a:off x="0" y="0"/>
          <a:ext cx="2634614" cy="63407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Enhancing Observability Data</a:t>
          </a:r>
        </a:p>
      </dsp:txBody>
      <dsp:txXfrm>
        <a:off x="0" y="0"/>
        <a:ext cx="2634614" cy="634079"/>
      </dsp:txXfrm>
    </dsp:sp>
    <dsp:sp modelId="{E9EC98BB-6576-4CE1-BE0A-DCBF7FFF8E0B}">
      <dsp:nvSpPr>
        <dsp:cNvPr id="0" name=""/>
        <dsp:cNvSpPr/>
      </dsp:nvSpPr>
      <dsp:spPr>
        <a:xfrm>
          <a:off x="0" y="634079"/>
          <a:ext cx="2634614" cy="11947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CSV lookup files enrich observability data by adding detailed, contextual information for better analysis.</a:t>
          </a:r>
        </a:p>
      </dsp:txBody>
      <dsp:txXfrm>
        <a:off x="0" y="634079"/>
        <a:ext cx="2634614" cy="1194720"/>
      </dsp:txXfrm>
    </dsp:sp>
    <dsp:sp modelId="{E5DAD8E9-A202-4D3F-8954-5147D19000AA}">
      <dsp:nvSpPr>
        <dsp:cNvPr id="0" name=""/>
        <dsp:cNvSpPr/>
      </dsp:nvSpPr>
      <dsp:spPr>
        <a:xfrm>
          <a:off x="2898076" y="0"/>
          <a:ext cx="2634614" cy="63407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Promoting Standardization</a:t>
          </a:r>
        </a:p>
      </dsp:txBody>
      <dsp:txXfrm>
        <a:off x="2898076" y="0"/>
        <a:ext cx="2634614" cy="634079"/>
      </dsp:txXfrm>
    </dsp:sp>
    <dsp:sp modelId="{33EBBD02-3C3F-467B-A182-64DDBA66E85E}">
      <dsp:nvSpPr>
        <dsp:cNvPr id="0" name=""/>
        <dsp:cNvSpPr/>
      </dsp:nvSpPr>
      <dsp:spPr>
        <a:xfrm>
          <a:off x="2898076" y="634079"/>
          <a:ext cx="2634614" cy="11947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Using CSV lookup files helps standardize data formats and business context across monitoring environments.</a:t>
          </a:r>
        </a:p>
      </dsp:txBody>
      <dsp:txXfrm>
        <a:off x="2898076" y="634079"/>
        <a:ext cx="2634614" cy="1194720"/>
      </dsp:txXfrm>
    </dsp:sp>
    <dsp:sp modelId="{212726AD-AC84-41D6-B4DD-664BC63E4E37}">
      <dsp:nvSpPr>
        <dsp:cNvPr id="0" name=""/>
        <dsp:cNvSpPr/>
      </dsp:nvSpPr>
      <dsp:spPr>
        <a:xfrm>
          <a:off x="5796152" y="0"/>
          <a:ext cx="2634614" cy="63407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Improving Operational Insights</a:t>
          </a:r>
        </a:p>
      </dsp:txBody>
      <dsp:txXfrm>
        <a:off x="5796152" y="0"/>
        <a:ext cx="2634614" cy="634079"/>
      </dsp:txXfrm>
    </dsp:sp>
    <dsp:sp modelId="{1F794433-D188-40D6-ADB2-A1A671241A81}">
      <dsp:nvSpPr>
        <dsp:cNvPr id="0" name=""/>
        <dsp:cNvSpPr/>
      </dsp:nvSpPr>
      <dsp:spPr>
        <a:xfrm>
          <a:off x="5796152" y="634079"/>
          <a:ext cx="2634614" cy="11947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Effective use of CSV lookup files enhances monitoring quality and delivers deeper operational insights.</a:t>
          </a:r>
        </a:p>
      </dsp:txBody>
      <dsp:txXfrm>
        <a:off x="5796152" y="634079"/>
        <a:ext cx="2634614" cy="1194720"/>
      </dsp:txXfrm>
    </dsp:sp>
  </dsp:spTree>
</dsp:drawing>
</file>

<file path=ppt/diagrams/layout1.xml><?xml version="1.0" encoding="utf-8"?>
<dgm:layoutDef xmlns:dgm="http://schemas.openxmlformats.org/drawingml/2006/diagram" xmlns:a="http://schemas.openxmlformats.org/drawingml/2006/main" uniqueId="urn:microsoft.com/office/officeart/2024/3/layout/hArchList1">
  <dgm:title val="Horizontal Text Blocks"/>
  <dgm:desc val="Short bits of text with formatted headers. Use as an easier-to-read alternative to a bulleted list."/>
  <dgm:catLst>
    <dgm:cat type="list" pri="100"/>
    <dgm:cat type="timeline" pri="500"/>
    <dgm:cat type="process" pri="600"/>
  </dgm:catLst>
  <dgm:sampData>
    <dgm:dataModel>
      <dgm:ptLst>
        <dgm:pt modelId="0" type="doc"/>
        <dgm:pt modelId="1">
          <dgm:prSet phldr="1"/>
        </dgm:pt>
        <dgm:pt modelId="2">
          <dgm:prSet phldr="1"/>
        </dgm:pt>
        <dgm:pt modelId="3">
          <dgm:prSet phldr="1"/>
        </dgm:pt>
        <dgm:pt modelId="4">
          <dgm:prSet phldr="1"/>
        </dgm:pt>
      </dgm:ptLst>
      <dgm:cxnLst>
        <dgm:cxn modelId="7" srcId="0" destId="1" srcOrd="0" destOrd="0"/>
        <dgm:cxn modelId="8" srcId="0" destId="2" srcOrd="1" destOrd="0"/>
        <dgm:cxn modelId="9" srcId="0" destId="3" srcOrd="2" destOrd="0"/>
        <dgm:cxn modelId="10"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param type="vertAlign" val="t"/>
          <dgm:param type="horzAlign" val="l"/>
        </dgm:alg>
      </dgm:if>
      <dgm:else name="Name3">
        <dgm:alg type="lin">
          <dgm:param type="vertAlign" val="t"/>
          <dgm:param type="horzAlign" val="r"/>
        </dgm:alg>
      </dgm:else>
    </dgm:choose>
    <dgm:presOf/>
    <dgm:constrLst>
      <dgm:constr type="primFontSz" for="des" forName="pictRect" op="equ" val="18"/>
      <dgm:constr type="primFontSz" for="des" forName="textRect" refType="primFontSz" refFor="des" refForName="pictRect" op="equ" fact="0.77"/>
      <dgm:constr type="w" for="ch" forName="compNode" refType="w"/>
      <dgm:constr type="h" for="ch" forName="compNode" refType="h"/>
      <dgm:constr type="h" for="des" forName="pictRect" op="equ"/>
      <dgm:constr type="h" for="des" forName="pictRect" refType="primFontSz" refFor="des" refForName="pictRect" fact="3"/>
      <dgm:constr type="w" for="ch" ptType="sibTrans" refType="w" refFor="ch" refForName="compNode" op="equ" fact="0.1"/>
      <dgm:constr type="sp" refType="w" refFor="ch" refForName="compNode" op="equ" fact="0.1"/>
    </dgm:constrLst>
    <dgm:ruleLst/>
    <dgm:forEach name="Name4" axis="ch" ptType="node" cnt="20">
      <dgm:layoutNode name="compNode">
        <dgm:alg type="composite"/>
        <dgm:shape xmlns:r="http://schemas.openxmlformats.org/officeDocument/2006/relationships" r:blip="">
          <dgm:adjLst/>
        </dgm:shape>
        <dgm:presOf axis="self"/>
        <dgm:constrLst>
          <dgm:constr type="h" for="ch" forName="pictRect" refType="h" fact="0.1"/>
          <dgm:constr type="l" for="ch" forName="pictRect"/>
          <dgm:constr type="t" for="ch" forName="pictRect"/>
          <dgm:constr type="l" for="ch" forName="textRect"/>
          <dgm:constr type="t" for="ch" forName="textRect" refType="b" refFor="ch" refForName="pictRect"/>
        </dgm:constrLst>
        <dgm:ruleLst/>
        <dgm:layoutNode name="pictRect" styleLbl="revTx">
          <dgm:varLst>
            <dgm:chMax val="0"/>
            <dgm:bulletEnabled/>
          </dgm:varLst>
          <dgm:alg type="tx">
            <dgm:param type="parTxLTRAlign" val="l"/>
            <dgm:param type="parTxRTLAlign" val="r"/>
            <dgm:param type="txAnchorVert" val="t"/>
          </dgm:alg>
          <dgm:shape xmlns:r="http://schemas.openxmlformats.org/officeDocument/2006/relationships" type="rect" r:blip="">
            <dgm:adjLst/>
          </dgm:shape>
          <dgm:presOf axis="self"/>
          <dgm:choose name="choosePictRectConstraints">
            <dgm:if name="ifPictRectConstraints" func="var" arg="dir" op="equ" val="norm">
              <dgm:constrLst>
                <dgm:constr type="h" refType="w" op="lte" fact="0.4"/>
                <dgm:constr type="lMarg" val="10.8"/>
                <dgm:constr type="rMarg" refType="primFontSz" fact="0.1"/>
                <dgm:constr type="tMarg" refType="primFontSz" fact="0.1"/>
                <dgm:constr type="bMarg" refType="primFontSz" fact="0.1"/>
              </dgm:constrLst>
            </dgm:if>
            <dgm:else name="elsePictRectConstraints">
              <dgm:constrLst>
                <dgm:constr type="lMarg" refType="primFontSz" fact="0.1"/>
                <dgm:constr type="rMarg" val="10.8"/>
                <dgm:constr type="tMarg" refType="primFontSz" fact="0.1"/>
                <dgm:constr type="bMarg" refType="primFontSz" fact="0.1"/>
              </dgm:constrLst>
            </dgm:else>
          </dgm:choose>
          <dgm:ruleLst>
            <dgm:rule type="h" val="INF" fact="NaN" max="NaN"/>
            <dgm:rule type="primFontSz" val="5" fact="NaN" max="NaN"/>
          </dgm:ruleLst>
        </dgm:layoutNode>
        <dgm:layoutNode name="textRect" styleLbl="revTx">
          <dgm:varLst>
            <dgm:bulletEnabled/>
          </dgm:varLst>
          <dgm:alg type="tx">
            <dgm:param type="parTxLTRAlign" val="l"/>
            <dgm:param type="parTxRTLAlign" val="r"/>
            <dgm:param type="txAnchorVert" val="t"/>
          </dgm:alg>
          <dgm:shape xmlns:r="http://schemas.openxmlformats.org/officeDocument/2006/relationships" type="rect" r:blip="">
            <dgm:adjLst/>
          </dgm:shape>
          <dgm:presOf axis="des" ptType="node"/>
          <dgm:choose name="chooseTextRectConstraints">
            <dgm:if name="ifTextRectConstraints" func="var" arg="dir" op="equ" val="norm">
              <dgm:constrLst>
                <dgm:constr type="lMarg" val="10.8"/>
                <dgm:constr type="rMarg" refType="primFontSz" fact="0.1"/>
                <dgm:constr type="tMarg" refType="primFontSz" fact="0.1"/>
                <dgm:constr type="bMarg" refType="primFontSz" fact="0.1"/>
              </dgm:constrLst>
            </dgm:if>
            <dgm:else name="elseTextRectConstraints">
              <dgm:constrLst>
                <dgm:constr type="lMarg" refType="primFontSz" fact="0.1"/>
                <dgm:constr type="rMarg" val="10.8"/>
                <dgm:constr type="tMarg" refType="primFontSz" fact="0.1"/>
                <dgm:constr type="bMarg" refType="primFontSz" fact="0.1"/>
              </dgm:constrLst>
            </dgm:else>
          </dgm:choose>
          <dgm:ruleLst>
            <dgm:rule type="primFontSz" val="5" fact="NaN" max="NaN"/>
          </dgm:ruleLst>
        </dgm:layoutNode>
      </dgm:layoutNode>
      <dgm:forEach name="Name5"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6E357DE-1BAA-4C2A-A204-B186F4409ACD}" type="datetimeFigureOut">
              <a:rPr lang="en-US" smtClean="0"/>
              <a:t>4/12/2026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49E9091-8888-4AD5-844A-20ABB7CB31EA}" type="slidenum">
              <a:rPr lang="en-US" smtClean="0"/>
              <a:t>‹#›</a:t>
            </a:fld>
            <a:endParaRPr lang="en-US"/>
          </a:p>
        </p:txBody>
      </p:sp>
    </p:spTree>
    <p:extLst>
      <p:ext uri="{BB962C8B-B14F-4D97-AF65-F5344CB8AC3E}">
        <p14:creationId xmlns:p14="http://schemas.microsoft.com/office/powerpoint/2010/main" val="14035900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AI-generated content may be incorrect.
---
This presentation explores how CSV lookup files can be leveraged in Dynatrace to improve observability by enriching monitoring data. We will cover their function, practical applications, and benefits for data standardization and business context integration.
</a:t>
            </a:r>
          </a:p>
        </p:txBody>
      </p:sp>
      <p:sp>
        <p:nvSpPr>
          <p:cNvPr id="4" name="Slide Number Placeholder 3"/>
          <p:cNvSpPr>
            <a:spLocks noGrp="1"/>
          </p:cNvSpPr>
          <p:nvPr>
            <p:ph type="sldNum" sz="quarter" idx="5"/>
          </p:nvPr>
        </p:nvSpPr>
        <p:spPr/>
        <p:txBody>
          <a:bodyPr/>
          <a:lstStyle/>
          <a:p>
            <a:fld id="{DC1B2F9E-7BAF-47C2-B2C5-47E8BB4AFD39}" type="slidenum">
              <a:rPr lang="en-US" smtClean="0"/>
              <a:t>1</a:t>
            </a:fld>
            <a:endParaRPr lang="en-US"/>
          </a:p>
        </p:txBody>
      </p:sp>
    </p:spTree>
    <p:extLst>
      <p:ext uri="{BB962C8B-B14F-4D97-AF65-F5344CB8AC3E}">
        <p14:creationId xmlns:p14="http://schemas.microsoft.com/office/powerpoint/2010/main" val="321695188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CSV lookup files consist of comma-separated values organized in rows and columns. In Dynatrace, they serve as static reference data that can be queried to supplement real-time observability data for enhanced analysis.</a:t>
            </a:r>
          </a:p>
        </p:txBody>
      </p:sp>
      <p:sp>
        <p:nvSpPr>
          <p:cNvPr id="4" name="Slide Number Placeholder 3"/>
          <p:cNvSpPr>
            <a:spLocks noGrp="1"/>
          </p:cNvSpPr>
          <p:nvPr>
            <p:ph type="sldNum" sz="quarter" idx="5"/>
          </p:nvPr>
        </p:nvSpPr>
        <p:spPr/>
        <p:txBody>
          <a:bodyPr/>
          <a:lstStyle/>
          <a:p>
            <a:fld id="{DC1B2F9E-7BAF-47C2-B2C5-47E8BB4AFD39}" type="slidenum">
              <a:rPr lang="en-US" smtClean="0"/>
              <a:t>2</a:t>
            </a:fld>
            <a:endParaRPr lang="en-US"/>
          </a:p>
        </p:txBody>
      </p:sp>
    </p:spTree>
    <p:extLst>
      <p:ext uri="{BB962C8B-B14F-4D97-AF65-F5344CB8AC3E}">
        <p14:creationId xmlns:p14="http://schemas.microsoft.com/office/powerpoint/2010/main" val="89137966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Within Dynatrace, CSV lookup files are uploaded and referenced in custom metrics or monitoring rules. When observability data matches keys in the CSV, additional attributes from the file enrich the data for improved context.</a:t>
            </a:r>
          </a:p>
        </p:txBody>
      </p:sp>
      <p:sp>
        <p:nvSpPr>
          <p:cNvPr id="4" name="Slide Number Placeholder 3"/>
          <p:cNvSpPr>
            <a:spLocks noGrp="1"/>
          </p:cNvSpPr>
          <p:nvPr>
            <p:ph type="sldNum" sz="quarter" idx="5"/>
          </p:nvPr>
        </p:nvSpPr>
        <p:spPr/>
        <p:txBody>
          <a:bodyPr/>
          <a:lstStyle/>
          <a:p>
            <a:fld id="{DC1B2F9E-7BAF-47C2-B2C5-47E8BB4AFD39}" type="slidenum">
              <a:rPr lang="en-US" smtClean="0"/>
              <a:t>3</a:t>
            </a:fld>
            <a:endParaRPr lang="en-US"/>
          </a:p>
        </p:txBody>
      </p:sp>
    </p:spTree>
    <p:extLst>
      <p:ext uri="{BB962C8B-B14F-4D97-AF65-F5344CB8AC3E}">
        <p14:creationId xmlns:p14="http://schemas.microsoft.com/office/powerpoint/2010/main" val="163389277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primary goal of CSV lookup files is to enrich raw observability data by adding meaningful metadata, such as environment details, ownership, or service tiers, which enhances alerting, visualization, and troubleshooting.</a:t>
            </a:r>
          </a:p>
        </p:txBody>
      </p:sp>
      <p:sp>
        <p:nvSpPr>
          <p:cNvPr id="4" name="Slide Number Placeholder 3"/>
          <p:cNvSpPr>
            <a:spLocks noGrp="1"/>
          </p:cNvSpPr>
          <p:nvPr>
            <p:ph type="sldNum" sz="quarter" idx="5"/>
          </p:nvPr>
        </p:nvSpPr>
        <p:spPr/>
        <p:txBody>
          <a:bodyPr/>
          <a:lstStyle/>
          <a:p>
            <a:fld id="{DC1B2F9E-7BAF-47C2-B2C5-47E8BB4AFD39}" type="slidenum">
              <a:rPr lang="en-US" smtClean="0"/>
              <a:t>4</a:t>
            </a:fld>
            <a:endParaRPr lang="en-US"/>
          </a:p>
        </p:txBody>
      </p:sp>
    </p:spTree>
    <p:extLst>
      <p:ext uri="{BB962C8B-B14F-4D97-AF65-F5344CB8AC3E}">
        <p14:creationId xmlns:p14="http://schemas.microsoft.com/office/powerpoint/2010/main" val="193680453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Examples include mapping IP addresses to geographic locations, associating services with business units, or tagging hosts with environment types. These enrichments provide clearer insights and faster problem resolution.</a:t>
            </a:r>
          </a:p>
        </p:txBody>
      </p:sp>
      <p:sp>
        <p:nvSpPr>
          <p:cNvPr id="4" name="Slide Number Placeholder 3"/>
          <p:cNvSpPr>
            <a:spLocks noGrp="1"/>
          </p:cNvSpPr>
          <p:nvPr>
            <p:ph type="sldNum" sz="quarter" idx="5"/>
          </p:nvPr>
        </p:nvSpPr>
        <p:spPr/>
        <p:txBody>
          <a:bodyPr/>
          <a:lstStyle/>
          <a:p>
            <a:fld id="{DC1B2F9E-7BAF-47C2-B2C5-47E8BB4AFD39}" type="slidenum">
              <a:rPr lang="en-US" smtClean="0"/>
              <a:t>5</a:t>
            </a:fld>
            <a:endParaRPr lang="en-US"/>
          </a:p>
        </p:txBody>
      </p:sp>
    </p:spTree>
    <p:extLst>
      <p:ext uri="{BB962C8B-B14F-4D97-AF65-F5344CB8AC3E}">
        <p14:creationId xmlns:p14="http://schemas.microsoft.com/office/powerpoint/2010/main" val="67548168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Using CSV lookup files promotes consistent tagging and labeling across datasets, ensuring uniformity in how observability data is categorized and interpreted across teams and tools.</a:t>
            </a:r>
          </a:p>
        </p:txBody>
      </p:sp>
      <p:sp>
        <p:nvSpPr>
          <p:cNvPr id="4" name="Slide Number Placeholder 3"/>
          <p:cNvSpPr>
            <a:spLocks noGrp="1"/>
          </p:cNvSpPr>
          <p:nvPr>
            <p:ph type="sldNum" sz="quarter" idx="5"/>
          </p:nvPr>
        </p:nvSpPr>
        <p:spPr/>
        <p:txBody>
          <a:bodyPr/>
          <a:lstStyle/>
          <a:p>
            <a:fld id="{DC1B2F9E-7BAF-47C2-B2C5-47E8BB4AFD39}" type="slidenum">
              <a:rPr lang="en-US" smtClean="0"/>
              <a:t>6</a:t>
            </a:fld>
            <a:endParaRPr lang="en-US"/>
          </a:p>
        </p:txBody>
      </p:sp>
    </p:spTree>
    <p:extLst>
      <p:ext uri="{BB962C8B-B14F-4D97-AF65-F5344CB8AC3E}">
        <p14:creationId xmlns:p14="http://schemas.microsoft.com/office/powerpoint/2010/main" val="137279139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CSV files can define ownership by linking components or services to specific teams or individuals. This facilitates accountability and targeted communication during incident management.</a:t>
            </a:r>
          </a:p>
        </p:txBody>
      </p:sp>
      <p:sp>
        <p:nvSpPr>
          <p:cNvPr id="4" name="Slide Number Placeholder 3"/>
          <p:cNvSpPr>
            <a:spLocks noGrp="1"/>
          </p:cNvSpPr>
          <p:nvPr>
            <p:ph type="sldNum" sz="quarter" idx="5"/>
          </p:nvPr>
        </p:nvSpPr>
        <p:spPr/>
        <p:txBody>
          <a:bodyPr/>
          <a:lstStyle/>
          <a:p>
            <a:fld id="{DC1B2F9E-7BAF-47C2-B2C5-47E8BB4AFD39}" type="slidenum">
              <a:rPr lang="en-US" smtClean="0"/>
              <a:t>7</a:t>
            </a:fld>
            <a:endParaRPr lang="en-US"/>
          </a:p>
        </p:txBody>
      </p:sp>
    </p:spTree>
    <p:extLst>
      <p:ext uri="{BB962C8B-B14F-4D97-AF65-F5344CB8AC3E}">
        <p14:creationId xmlns:p14="http://schemas.microsoft.com/office/powerpoint/2010/main" val="44385955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By integrating business context such as application priority, service level, or customer impact into observability data via CSV lookups, organizations can align monitoring with business objectives and improve decision-making.</a:t>
            </a:r>
          </a:p>
        </p:txBody>
      </p:sp>
      <p:sp>
        <p:nvSpPr>
          <p:cNvPr id="4" name="Slide Number Placeholder 3"/>
          <p:cNvSpPr>
            <a:spLocks noGrp="1"/>
          </p:cNvSpPr>
          <p:nvPr>
            <p:ph type="sldNum" sz="quarter" idx="5"/>
          </p:nvPr>
        </p:nvSpPr>
        <p:spPr/>
        <p:txBody>
          <a:bodyPr/>
          <a:lstStyle/>
          <a:p>
            <a:fld id="{DC1B2F9E-7BAF-47C2-B2C5-47E8BB4AFD39}" type="slidenum">
              <a:rPr lang="en-US" smtClean="0"/>
              <a:t>8</a:t>
            </a:fld>
            <a:endParaRPr lang="en-US"/>
          </a:p>
        </p:txBody>
      </p:sp>
    </p:spTree>
    <p:extLst>
      <p:ext uri="{BB962C8B-B14F-4D97-AF65-F5344CB8AC3E}">
        <p14:creationId xmlns:p14="http://schemas.microsoft.com/office/powerpoint/2010/main" val="99847167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CSV lookup files in Dynatrace offer a powerful, flexible method to enrich observability data, promote standardization, and incorporate business context. Leveraging them effectively enhances monitoring quality and operational insights.</a:t>
            </a:r>
          </a:p>
        </p:txBody>
      </p:sp>
      <p:sp>
        <p:nvSpPr>
          <p:cNvPr id="4" name="Slide Number Placeholder 3"/>
          <p:cNvSpPr>
            <a:spLocks noGrp="1"/>
          </p:cNvSpPr>
          <p:nvPr>
            <p:ph type="sldNum" sz="quarter" idx="5"/>
          </p:nvPr>
        </p:nvSpPr>
        <p:spPr/>
        <p:txBody>
          <a:bodyPr/>
          <a:lstStyle/>
          <a:p>
            <a:fld id="{DC1B2F9E-7BAF-47C2-B2C5-47E8BB4AFD39}" type="slidenum">
              <a:rPr lang="en-US" smtClean="0"/>
              <a:t>9</a:t>
            </a:fld>
            <a:endParaRPr lang="en-US"/>
          </a:p>
        </p:txBody>
      </p:sp>
    </p:spTree>
    <p:extLst>
      <p:ext uri="{BB962C8B-B14F-4D97-AF65-F5344CB8AC3E}">
        <p14:creationId xmlns:p14="http://schemas.microsoft.com/office/powerpoint/2010/main" val="51961177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31172" y="3425399"/>
            <a:ext cx="7685140" cy="2621154"/>
          </a:xfrm>
        </p:spPr>
        <p:txBody>
          <a:bodyPr anchor="b">
            <a:noAutofit/>
          </a:bodyPr>
          <a:lstStyle>
            <a:lvl1pPr algn="l">
              <a:defRPr sz="7200">
                <a:solidFill>
                  <a:schemeClr val="bg2"/>
                </a:solidFill>
              </a:defRPr>
            </a:lvl1pPr>
          </a:lstStyle>
          <a:p>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31172" y="415057"/>
            <a:ext cx="7685139" cy="1414091"/>
          </a:xfrm>
        </p:spPr>
        <p:txBody>
          <a:bodyPr>
            <a:norm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bg1"/>
                </a:solidFill>
              </a:defRPr>
            </a:lvl1pPr>
          </a:lstStyle>
          <a:p>
            <a:fld id="{B04EF954-66B1-4168-AF40-97F3DAF43FC4}" type="datetime1">
              <a:rPr lang="en-US" smtClean="0"/>
              <a:t>4/12/2026</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bg1"/>
                </a:solidFill>
              </a:defRPr>
            </a:lvl1p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bg1"/>
                </a:solidFill>
              </a:defRPr>
            </a:lvl1pPr>
          </a:lstStyle>
          <a:p>
            <a:fld id="{84C450F2-3BB4-4AE4-8A35-A9D7AEA4C850}" type="slidenum">
              <a:rPr lang="en-US" smtClean="0"/>
              <a:pPr/>
              <a:t>‹#›</a:t>
            </a:fld>
            <a:endParaRPr lang="en-US" dirty="0"/>
          </a:p>
        </p:txBody>
      </p:sp>
    </p:spTree>
    <p:extLst>
      <p:ext uri="{BB962C8B-B14F-4D97-AF65-F5344CB8AC3E}">
        <p14:creationId xmlns:p14="http://schemas.microsoft.com/office/powerpoint/2010/main" val="2155390422"/>
      </p:ext>
    </p:extLst>
  </p:cSld>
  <p:clrMapOvr>
    <a:masterClrMapping/>
  </p:clrMapOvr>
  <p:extLst>
    <p:ext uri="{DCECCB84-F9BA-43D5-87BE-67443E8EF086}">
      <p15:sldGuideLst xmlns:p15="http://schemas.microsoft.com/office/powerpoint/2012/main">
        <p15:guide id="3" orient="horz" pos="2160">
          <p15:clr>
            <a:srgbClr val="FBAE40"/>
          </p15:clr>
        </p15:guide>
        <p15:guide id="4"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1D06AF-EF87-8489-2C82-DEB90B7EFE0C}"/>
              </a:ext>
            </a:extLst>
          </p:cNvPr>
          <p:cNvSpPr>
            <a:spLocks noGrp="1"/>
          </p:cNvSpPr>
          <p:nvPr>
            <p:ph type="title"/>
          </p:nvPr>
        </p:nvSpPr>
        <p:spPr>
          <a:xfrm>
            <a:off x="431172" y="553616"/>
            <a:ext cx="7914087" cy="4008859"/>
          </a:xfrm>
        </p:spPr>
        <p:txBody>
          <a:bodyPr anchor="t">
            <a:normAutofit/>
          </a:bodyPr>
          <a:lstStyle>
            <a:lvl1pPr>
              <a:defRPr sz="6000" cap="all" baseline="0"/>
            </a:lvl1pPr>
          </a:lstStyle>
          <a:p>
            <a:r>
              <a:rPr lang="en-US"/>
              <a:t>Click to edit Master title style</a:t>
            </a:r>
          </a:p>
        </p:txBody>
      </p:sp>
      <p:sp>
        <p:nvSpPr>
          <p:cNvPr id="3" name="Text Placeholder 2">
            <a:extLst>
              <a:ext uri="{FF2B5EF4-FFF2-40B4-BE49-F238E27FC236}">
                <a16:creationId xmlns:a16="http://schemas.microsoft.com/office/drawing/2014/main" id="{308E5678-CA38-1318-9EA2-5E0A4F9A59BA}"/>
              </a:ext>
            </a:extLst>
          </p:cNvPr>
          <p:cNvSpPr>
            <a:spLocks noGrp="1"/>
          </p:cNvSpPr>
          <p:nvPr>
            <p:ph type="body" idx="1"/>
          </p:nvPr>
        </p:nvSpPr>
        <p:spPr>
          <a:xfrm>
            <a:off x="431172" y="5088156"/>
            <a:ext cx="7914087" cy="1166648"/>
          </a:xfrm>
        </p:spPr>
        <p:txBody>
          <a:bodyPr anchor="b">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4E99186-7E5A-60AF-DE69-5C7DA71611AB}"/>
              </a:ext>
            </a:extLst>
          </p:cNvPr>
          <p:cNvSpPr>
            <a:spLocks noGrp="1"/>
          </p:cNvSpPr>
          <p:nvPr>
            <p:ph type="dt" sz="half" idx="10"/>
          </p:nvPr>
        </p:nvSpPr>
        <p:spPr>
          <a:xfrm>
            <a:off x="431172" y="6490524"/>
            <a:ext cx="2841959" cy="336141"/>
          </a:xfrm>
        </p:spPr>
        <p:txBody>
          <a:bodyPr/>
          <a:lstStyle/>
          <a:p>
            <a:fld id="{26233410-150A-4A72-BF63-6D3ACBC30148}" type="datetime1">
              <a:rPr lang="en-US" smtClean="0"/>
              <a:t>4/12/2026</a:t>
            </a:fld>
            <a:endParaRPr lang="en-US" dirty="0"/>
          </a:p>
        </p:txBody>
      </p:sp>
      <p:sp>
        <p:nvSpPr>
          <p:cNvPr id="5" name="Footer Placeholder 4">
            <a:extLst>
              <a:ext uri="{FF2B5EF4-FFF2-40B4-BE49-F238E27FC236}">
                <a16:creationId xmlns:a16="http://schemas.microsoft.com/office/drawing/2014/main" id="{82FA13D1-1FBA-E820-323B-77B41F1A665D}"/>
              </a:ext>
            </a:extLst>
          </p:cNvPr>
          <p:cNvSpPr>
            <a:spLocks noGrp="1"/>
          </p:cNvSpPr>
          <p:nvPr>
            <p:ph type="ftr" sz="quarter" idx="11"/>
          </p:nvPr>
        </p:nvSpPr>
        <p:spPr>
          <a:xfrm>
            <a:off x="8893370" y="6490524"/>
            <a:ext cx="2662834" cy="336141"/>
          </a:xfrm>
        </p:spPr>
        <p:txBody>
          <a:bodyPr/>
          <a:lstStyle/>
          <a:p>
            <a:r>
              <a:rPr lang="en-US" dirty="0"/>
              <a:t>Sample Footer Text</a:t>
            </a:r>
          </a:p>
        </p:txBody>
      </p:sp>
      <p:sp>
        <p:nvSpPr>
          <p:cNvPr id="6" name="Slide Number Placeholder 5">
            <a:extLst>
              <a:ext uri="{FF2B5EF4-FFF2-40B4-BE49-F238E27FC236}">
                <a16:creationId xmlns:a16="http://schemas.microsoft.com/office/drawing/2014/main" id="{FB39BE85-85F6-4636-C651-D87CC969A49E}"/>
              </a:ext>
            </a:extLst>
          </p:cNvPr>
          <p:cNvSpPr>
            <a:spLocks noGrp="1"/>
          </p:cNvSpPr>
          <p:nvPr>
            <p:ph type="sldNum" sz="quarter" idx="12"/>
          </p:nvPr>
        </p:nvSpPr>
        <p:spPr/>
        <p:txBody>
          <a:bodyPr/>
          <a:lstStyle/>
          <a:p>
            <a:fld id="{84C450F2-3BB4-4AE4-8A35-A9D7AEA4C850}" type="slidenum">
              <a:rPr lang="en-US" smtClean="0"/>
              <a:t>‹#›</a:t>
            </a:fld>
            <a:endParaRPr lang="en-US" dirty="0"/>
          </a:p>
        </p:txBody>
      </p:sp>
    </p:spTree>
    <p:extLst>
      <p:ext uri="{BB962C8B-B14F-4D97-AF65-F5344CB8AC3E}">
        <p14:creationId xmlns:p14="http://schemas.microsoft.com/office/powerpoint/2010/main" val="8160058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1_Section Header">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1D06AF-EF87-8489-2C82-DEB90B7EFE0C}"/>
              </a:ext>
            </a:extLst>
          </p:cNvPr>
          <p:cNvSpPr>
            <a:spLocks noGrp="1"/>
          </p:cNvSpPr>
          <p:nvPr>
            <p:ph type="title"/>
          </p:nvPr>
        </p:nvSpPr>
        <p:spPr>
          <a:xfrm>
            <a:off x="431172" y="553616"/>
            <a:ext cx="7914087" cy="4008859"/>
          </a:xfrm>
        </p:spPr>
        <p:txBody>
          <a:bodyPr anchor="t">
            <a:normAutofit/>
          </a:bodyPr>
          <a:lstStyle>
            <a:lvl1pPr>
              <a:defRPr sz="6000" cap="all" baseline="0"/>
            </a:lvl1pPr>
          </a:lstStyle>
          <a:p>
            <a:r>
              <a:rPr lang="en-US"/>
              <a:t>Click to edit Master title style</a:t>
            </a:r>
          </a:p>
        </p:txBody>
      </p:sp>
      <p:sp>
        <p:nvSpPr>
          <p:cNvPr id="3" name="Text Placeholder 2">
            <a:extLst>
              <a:ext uri="{FF2B5EF4-FFF2-40B4-BE49-F238E27FC236}">
                <a16:creationId xmlns:a16="http://schemas.microsoft.com/office/drawing/2014/main" id="{308E5678-CA38-1318-9EA2-5E0A4F9A59BA}"/>
              </a:ext>
            </a:extLst>
          </p:cNvPr>
          <p:cNvSpPr>
            <a:spLocks noGrp="1"/>
          </p:cNvSpPr>
          <p:nvPr>
            <p:ph type="body" idx="1"/>
          </p:nvPr>
        </p:nvSpPr>
        <p:spPr>
          <a:xfrm>
            <a:off x="431172" y="5088156"/>
            <a:ext cx="7914087" cy="1166648"/>
          </a:xfrm>
        </p:spPr>
        <p:txBody>
          <a:bodyPr anchor="b">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4E99186-7E5A-60AF-DE69-5C7DA71611AB}"/>
              </a:ext>
            </a:extLst>
          </p:cNvPr>
          <p:cNvSpPr>
            <a:spLocks noGrp="1"/>
          </p:cNvSpPr>
          <p:nvPr>
            <p:ph type="dt" sz="half" idx="10"/>
          </p:nvPr>
        </p:nvSpPr>
        <p:spPr>
          <a:xfrm>
            <a:off x="431172" y="6490524"/>
            <a:ext cx="2841959" cy="336141"/>
          </a:xfrm>
        </p:spPr>
        <p:txBody>
          <a:bodyPr/>
          <a:lstStyle/>
          <a:p>
            <a:fld id="{91AF1D09-6B76-4716-AD3D-9F53166D3BF5}" type="datetime1">
              <a:rPr lang="en-US" smtClean="0"/>
              <a:t>4/12/2026</a:t>
            </a:fld>
            <a:endParaRPr lang="en-US" dirty="0"/>
          </a:p>
        </p:txBody>
      </p:sp>
      <p:sp>
        <p:nvSpPr>
          <p:cNvPr id="5" name="Footer Placeholder 4">
            <a:extLst>
              <a:ext uri="{FF2B5EF4-FFF2-40B4-BE49-F238E27FC236}">
                <a16:creationId xmlns:a16="http://schemas.microsoft.com/office/drawing/2014/main" id="{82FA13D1-1FBA-E820-323B-77B41F1A665D}"/>
              </a:ext>
            </a:extLst>
          </p:cNvPr>
          <p:cNvSpPr>
            <a:spLocks noGrp="1"/>
          </p:cNvSpPr>
          <p:nvPr>
            <p:ph type="ftr" sz="quarter" idx="11"/>
          </p:nvPr>
        </p:nvSpPr>
        <p:spPr>
          <a:xfrm>
            <a:off x="8893370" y="6490524"/>
            <a:ext cx="2662834" cy="336141"/>
          </a:xfrm>
        </p:spPr>
        <p:txBody>
          <a:bodyPr/>
          <a:lstStyle/>
          <a:p>
            <a:r>
              <a:rPr lang="en-US" dirty="0"/>
              <a:t>Sample Footer Text</a:t>
            </a:r>
          </a:p>
        </p:txBody>
      </p:sp>
      <p:sp>
        <p:nvSpPr>
          <p:cNvPr id="6" name="Slide Number Placeholder 5">
            <a:extLst>
              <a:ext uri="{FF2B5EF4-FFF2-40B4-BE49-F238E27FC236}">
                <a16:creationId xmlns:a16="http://schemas.microsoft.com/office/drawing/2014/main" id="{FB39BE85-85F6-4636-C651-D87CC969A49E}"/>
              </a:ext>
            </a:extLst>
          </p:cNvPr>
          <p:cNvSpPr>
            <a:spLocks noGrp="1"/>
          </p:cNvSpPr>
          <p:nvPr>
            <p:ph type="sldNum" sz="quarter" idx="12"/>
          </p:nvPr>
        </p:nvSpPr>
        <p:spPr/>
        <p:txBody>
          <a:bodyPr/>
          <a:lstStyle/>
          <a:p>
            <a:fld id="{84C450F2-3BB4-4AE4-8A35-A9D7AEA4C850}" type="slidenum">
              <a:rPr lang="en-US" smtClean="0"/>
              <a:t>‹#›</a:t>
            </a:fld>
            <a:endParaRPr lang="en-US" dirty="0"/>
          </a:p>
        </p:txBody>
      </p:sp>
    </p:spTree>
    <p:extLst>
      <p:ext uri="{BB962C8B-B14F-4D97-AF65-F5344CB8AC3E}">
        <p14:creationId xmlns:p14="http://schemas.microsoft.com/office/powerpoint/2010/main" val="6080506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31172" y="293302"/>
            <a:ext cx="11125032" cy="965101"/>
          </a:xfrm>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431172" y="1384847"/>
            <a:ext cx="11125032" cy="49051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FE21D4C7-8630-4B98-978C-30388BBD4EE8}" type="datetime1">
              <a:rPr lang="en-US" smtClean="0"/>
              <a:t>4/12/2026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84C450F2-3BB4-4AE4-8A35-A9D7AEA4C850}" type="slidenum">
              <a:rPr lang="en-US" smtClean="0"/>
              <a:t>‹#›</a:t>
            </a:fld>
            <a:endParaRPr lang="en-US" dirty="0"/>
          </a:p>
        </p:txBody>
      </p:sp>
    </p:spTree>
    <p:extLst>
      <p:ext uri="{BB962C8B-B14F-4D97-AF65-F5344CB8AC3E}">
        <p14:creationId xmlns:p14="http://schemas.microsoft.com/office/powerpoint/2010/main" val="12143233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Photo 1">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29768" y="5276088"/>
            <a:ext cx="11347704" cy="786384"/>
          </a:xfrm>
        </p:spPr>
        <p:txBody>
          <a:bodyPr anchor="b">
            <a:normAutofit/>
          </a:bodyPr>
          <a:lstStyle>
            <a:lvl1pPr algn="l">
              <a:defRPr sz="4400">
                <a:solidFill>
                  <a:schemeClr val="bg1"/>
                </a:solidFill>
              </a:defRPr>
            </a:lvl1pPr>
          </a:lstStyle>
          <a:p>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29768" y="5980176"/>
            <a:ext cx="11347704" cy="530352"/>
          </a:xfrm>
        </p:spPr>
        <p:txBody>
          <a:bodyPr anchor="ctr">
            <a:normAutofit/>
          </a:bodyPr>
          <a:lstStyle>
            <a:lvl1pPr marL="0" indent="0" algn="l">
              <a:buNone/>
              <a:defRPr sz="18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9" name="Picture Placeholder 8">
            <a:extLst>
              <a:ext uri="{FF2B5EF4-FFF2-40B4-BE49-F238E27FC236}">
                <a16:creationId xmlns:a16="http://schemas.microsoft.com/office/drawing/2014/main" id="{A9E06FED-92D3-C4D6-28D7-600D842F7AC3}"/>
              </a:ext>
            </a:extLst>
          </p:cNvPr>
          <p:cNvSpPr>
            <a:spLocks noGrp="1"/>
          </p:cNvSpPr>
          <p:nvPr>
            <p:ph type="pic" sz="quarter" idx="13"/>
          </p:nvPr>
        </p:nvSpPr>
        <p:spPr>
          <a:xfrm>
            <a:off x="0" y="0"/>
            <a:ext cx="11733150" cy="5135804"/>
          </a:xfrm>
          <a:custGeom>
            <a:avLst/>
            <a:gdLst>
              <a:gd name="connsiteX0" fmla="*/ 0 w 11733150"/>
              <a:gd name="connsiteY0" fmla="*/ 0 h 5135804"/>
              <a:gd name="connsiteX1" fmla="*/ 11733150 w 11733150"/>
              <a:gd name="connsiteY1" fmla="*/ 0 h 5135804"/>
              <a:gd name="connsiteX2" fmla="*/ 11733150 w 11733150"/>
              <a:gd name="connsiteY2" fmla="*/ 4533808 h 5135804"/>
              <a:gd name="connsiteX3" fmla="*/ 11131154 w 11733150"/>
              <a:gd name="connsiteY3" fmla="*/ 5135804 h 5135804"/>
              <a:gd name="connsiteX4" fmla="*/ 0 w 11733150"/>
              <a:gd name="connsiteY4" fmla="*/ 5135804 h 51358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733150" h="5135804">
                <a:moveTo>
                  <a:pt x="0" y="0"/>
                </a:moveTo>
                <a:lnTo>
                  <a:pt x="11733150" y="0"/>
                </a:lnTo>
                <a:lnTo>
                  <a:pt x="11733150" y="4533808"/>
                </a:lnTo>
                <a:cubicBezTo>
                  <a:pt x="11733150" y="4866281"/>
                  <a:pt x="11463627" y="5135804"/>
                  <a:pt x="11131154" y="5135804"/>
                </a:cubicBezTo>
                <a:lnTo>
                  <a:pt x="0" y="5135804"/>
                </a:ln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137160" y="6519672"/>
            <a:ext cx="3494314" cy="365125"/>
          </a:xfrm>
        </p:spPr>
        <p:txBody>
          <a:bodyPr/>
          <a:lstStyle>
            <a:lvl1pPr>
              <a:defRPr>
                <a:solidFill>
                  <a:schemeClr val="bg1"/>
                </a:solidFill>
                <a:effectLst/>
              </a:defRPr>
            </a:lvl1pPr>
          </a:lstStyle>
          <a:p>
            <a:fld id="{8C13480A-5F85-4A30-80F2-F92581C6474C}" type="datetime1">
              <a:rPr lang="en-US" smtClean="0"/>
              <a:t>4/12/2026</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8876521" y="6519672"/>
            <a:ext cx="2805405" cy="365125"/>
          </a:xfrm>
        </p:spPr>
        <p:txBody>
          <a:bodyPr/>
          <a:lstStyle>
            <a:lvl1pPr>
              <a:defRPr>
                <a:solidFill>
                  <a:schemeClr val="bg1"/>
                </a:solidFill>
                <a:effectLst/>
              </a:defRPr>
            </a:lvl1p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632162" y="6519672"/>
            <a:ext cx="429207" cy="365125"/>
          </a:xfrm>
        </p:spPr>
        <p:txBody>
          <a:bodyPr vert="horz" lIns="91440" tIns="45720" rIns="91440" bIns="45720" rtlCol="0" anchor="ctr"/>
          <a:lstStyle>
            <a:lvl1pPr>
              <a:defRPr lang="en-US" smtClean="0">
                <a:solidFill>
                  <a:schemeClr val="bg2"/>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69032180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Photo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29768" y="411480"/>
            <a:ext cx="4590288" cy="3739896"/>
          </a:xfrm>
        </p:spPr>
        <p:txBody>
          <a:bodyPr anchor="t">
            <a:normAutofit/>
          </a:bodyPr>
          <a:lstStyle>
            <a:lvl1pPr algn="l">
              <a:defRPr sz="5200">
                <a:solidFill>
                  <a:schemeClr val="tx2"/>
                </a:solidFill>
              </a:defRPr>
            </a:lvl1pPr>
          </a:lstStyle>
          <a:p>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29768" y="4873752"/>
            <a:ext cx="4206240" cy="1380744"/>
          </a:xfrm>
        </p:spPr>
        <p:txBody>
          <a:bodyPr anchor="b">
            <a:normAutofit/>
          </a:bodyPr>
          <a:lstStyle>
            <a:lvl1pPr marL="0" indent="0" algn="l">
              <a:buNone/>
              <a:defRPr sz="18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5" name="Picture Placeholder 6">
            <a:extLst>
              <a:ext uri="{FF2B5EF4-FFF2-40B4-BE49-F238E27FC236}">
                <a16:creationId xmlns:a16="http://schemas.microsoft.com/office/drawing/2014/main" id="{3D161DAC-42AF-C3D9-37A1-04B90F30DEED}"/>
              </a:ext>
            </a:extLst>
          </p:cNvPr>
          <p:cNvSpPr>
            <a:spLocks noGrp="1"/>
          </p:cNvSpPr>
          <p:nvPr>
            <p:ph type="pic" sz="quarter" idx="13"/>
          </p:nvPr>
        </p:nvSpPr>
        <p:spPr>
          <a:xfrm>
            <a:off x="5586160" y="0"/>
            <a:ext cx="6605841" cy="6399152"/>
          </a:xfrm>
          <a:custGeom>
            <a:avLst/>
            <a:gdLst>
              <a:gd name="connsiteX0" fmla="*/ 0 w 6605841"/>
              <a:gd name="connsiteY0" fmla="*/ 0 h 6399152"/>
              <a:gd name="connsiteX1" fmla="*/ 6605841 w 6605841"/>
              <a:gd name="connsiteY1" fmla="*/ 0 h 6399152"/>
              <a:gd name="connsiteX2" fmla="*/ 6605841 w 6605841"/>
              <a:gd name="connsiteY2" fmla="*/ 6399152 h 6399152"/>
              <a:gd name="connsiteX3" fmla="*/ 601995 w 6605841"/>
              <a:gd name="connsiteY3" fmla="*/ 6399152 h 6399152"/>
              <a:gd name="connsiteX4" fmla="*/ 0 w 6605841"/>
              <a:gd name="connsiteY4" fmla="*/ 5797156 h 639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05841" h="6399152">
                <a:moveTo>
                  <a:pt x="0" y="0"/>
                </a:moveTo>
                <a:lnTo>
                  <a:pt x="6605841" y="0"/>
                </a:lnTo>
                <a:lnTo>
                  <a:pt x="6605841" y="6399152"/>
                </a:lnTo>
                <a:lnTo>
                  <a:pt x="601995" y="6399152"/>
                </a:lnTo>
                <a:cubicBezTo>
                  <a:pt x="269522" y="6399152"/>
                  <a:pt x="0" y="6129629"/>
                  <a:pt x="0" y="5797156"/>
                </a:cubicBez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2"/>
                </a:solidFill>
                <a:effectLst/>
              </a:defRPr>
            </a:lvl1pPr>
          </a:lstStyle>
          <a:p>
            <a:fld id="{B2BF18D3-87BE-4A2D-AD2C-B21E415FD900}" type="datetime1">
              <a:rPr lang="en-US" smtClean="0"/>
              <a:t>4/12/2026</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2"/>
                </a:solidFill>
              </a:defRPr>
            </a:lvl1p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2"/>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192159303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Photo 3">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29768" y="411480"/>
            <a:ext cx="5330952" cy="3739896"/>
          </a:xfrm>
        </p:spPr>
        <p:txBody>
          <a:bodyPr anchor="t">
            <a:normAutofit/>
          </a:bodyPr>
          <a:lstStyle>
            <a:lvl1pPr algn="l">
              <a:defRPr sz="6600">
                <a:solidFill>
                  <a:schemeClr val="tx2"/>
                </a:solidFill>
              </a:defRPr>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29768" y="4873752"/>
            <a:ext cx="4517136" cy="1380744"/>
          </a:xfrm>
        </p:spPr>
        <p:txBody>
          <a:bodyPr anchor="b">
            <a:normAutofit/>
          </a:bodyPr>
          <a:lstStyle>
            <a:lvl1pPr marL="0" indent="0" algn="l">
              <a:buNone/>
              <a:defRPr sz="18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0" name="Picture Placeholder 6">
            <a:extLst>
              <a:ext uri="{FF2B5EF4-FFF2-40B4-BE49-F238E27FC236}">
                <a16:creationId xmlns:a16="http://schemas.microsoft.com/office/drawing/2014/main" id="{DEE3B02A-3B83-3083-3F07-26E25C6C135D}"/>
              </a:ext>
            </a:extLst>
          </p:cNvPr>
          <p:cNvSpPr>
            <a:spLocks noGrp="1"/>
          </p:cNvSpPr>
          <p:nvPr>
            <p:ph type="pic" sz="quarter" idx="13"/>
          </p:nvPr>
        </p:nvSpPr>
        <p:spPr>
          <a:xfrm>
            <a:off x="6517248" y="0"/>
            <a:ext cx="5674753" cy="6399152"/>
          </a:xfrm>
          <a:custGeom>
            <a:avLst/>
            <a:gdLst>
              <a:gd name="connsiteX0" fmla="*/ 0 w 5674753"/>
              <a:gd name="connsiteY0" fmla="*/ 0 h 6399152"/>
              <a:gd name="connsiteX1" fmla="*/ 5674753 w 5674753"/>
              <a:gd name="connsiteY1" fmla="*/ 0 h 6399152"/>
              <a:gd name="connsiteX2" fmla="*/ 5674753 w 5674753"/>
              <a:gd name="connsiteY2" fmla="*/ 6399152 h 6399152"/>
              <a:gd name="connsiteX3" fmla="*/ 601996 w 5674753"/>
              <a:gd name="connsiteY3" fmla="*/ 6399152 h 6399152"/>
              <a:gd name="connsiteX4" fmla="*/ 0 w 5674753"/>
              <a:gd name="connsiteY4" fmla="*/ 5797156 h 639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74753" h="6399152">
                <a:moveTo>
                  <a:pt x="0" y="0"/>
                </a:moveTo>
                <a:lnTo>
                  <a:pt x="5674753" y="0"/>
                </a:lnTo>
                <a:lnTo>
                  <a:pt x="5674753" y="6399152"/>
                </a:lnTo>
                <a:lnTo>
                  <a:pt x="601996" y="6399152"/>
                </a:lnTo>
                <a:cubicBezTo>
                  <a:pt x="269523" y="6399152"/>
                  <a:pt x="0" y="6129629"/>
                  <a:pt x="0" y="5797156"/>
                </a:cubicBez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2"/>
                </a:solidFill>
                <a:effectLst/>
              </a:defRPr>
            </a:lvl1pPr>
          </a:lstStyle>
          <a:p>
            <a:fld id="{73F0B94E-0195-4FC9-AEFD-CCBB878ACEDF}" type="datetime1">
              <a:rPr lang="en-US" smtClean="0"/>
              <a:t>4/12/2026</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2"/>
                </a:solidFill>
              </a:defRPr>
            </a:lvl1p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2"/>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586237894"/>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Photo 4">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269480" y="411480"/>
            <a:ext cx="4361688" cy="3968496"/>
          </a:xfrm>
        </p:spPr>
        <p:txBody>
          <a:bodyPr anchor="t">
            <a:normAutofit/>
          </a:bodyPr>
          <a:lstStyle>
            <a:lvl1pPr algn="l">
              <a:defRPr sz="5400">
                <a:solidFill>
                  <a:schemeClr val="tx2"/>
                </a:solidFill>
              </a:defRPr>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269480" y="4873752"/>
            <a:ext cx="4206240" cy="1380744"/>
          </a:xfrm>
        </p:spPr>
        <p:txBody>
          <a:bodyPr anchor="b">
            <a:normAutofit/>
          </a:bodyPr>
          <a:lstStyle>
            <a:lvl1pPr marL="0" indent="0" algn="l">
              <a:buNone/>
              <a:defRPr sz="18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1" name="Picture Placeholder 6">
            <a:extLst>
              <a:ext uri="{FF2B5EF4-FFF2-40B4-BE49-F238E27FC236}">
                <a16:creationId xmlns:a16="http://schemas.microsoft.com/office/drawing/2014/main" id="{1D6AB98B-BD95-F9FC-BB22-1A89B6EE3246}"/>
              </a:ext>
            </a:extLst>
          </p:cNvPr>
          <p:cNvSpPr>
            <a:spLocks noGrp="1"/>
          </p:cNvSpPr>
          <p:nvPr>
            <p:ph type="pic" sz="quarter" idx="13"/>
          </p:nvPr>
        </p:nvSpPr>
        <p:spPr>
          <a:xfrm>
            <a:off x="0" y="0"/>
            <a:ext cx="6604503" cy="6399152"/>
          </a:xfrm>
          <a:custGeom>
            <a:avLst/>
            <a:gdLst>
              <a:gd name="connsiteX0" fmla="*/ 0 w 6604503"/>
              <a:gd name="connsiteY0" fmla="*/ 0 h 6399152"/>
              <a:gd name="connsiteX1" fmla="*/ 6604503 w 6604503"/>
              <a:gd name="connsiteY1" fmla="*/ 0 h 6399152"/>
              <a:gd name="connsiteX2" fmla="*/ 6604503 w 6604503"/>
              <a:gd name="connsiteY2" fmla="*/ 5797156 h 6399152"/>
              <a:gd name="connsiteX3" fmla="*/ 6002507 w 6604503"/>
              <a:gd name="connsiteY3" fmla="*/ 6399152 h 6399152"/>
              <a:gd name="connsiteX4" fmla="*/ 0 w 6604503"/>
              <a:gd name="connsiteY4" fmla="*/ 6399152 h 639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04503" h="6399152">
                <a:moveTo>
                  <a:pt x="0" y="0"/>
                </a:moveTo>
                <a:lnTo>
                  <a:pt x="6604503" y="0"/>
                </a:lnTo>
                <a:lnTo>
                  <a:pt x="6604503" y="5797156"/>
                </a:lnTo>
                <a:cubicBezTo>
                  <a:pt x="6604503" y="6129629"/>
                  <a:pt x="6334980" y="6399152"/>
                  <a:pt x="6002507" y="6399152"/>
                </a:cubicBezTo>
                <a:lnTo>
                  <a:pt x="0" y="6399152"/>
                </a:ln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2"/>
                </a:solidFill>
                <a:effectLst/>
              </a:defRPr>
            </a:lvl1pPr>
          </a:lstStyle>
          <a:p>
            <a:fld id="{9B0F68CC-6BDD-49E7-8971-97164A4B1FA2}" type="datetime1">
              <a:rPr lang="en-US" smtClean="0"/>
              <a:t>4/12/2026</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2"/>
                </a:solidFill>
              </a:defRPr>
            </a:lvl1p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2"/>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240551240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Agenda">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429768" y="411480"/>
            <a:ext cx="11045952" cy="1828800"/>
          </a:xfrm>
        </p:spPr>
        <p:txBody>
          <a:bodyPr anchor="t">
            <a:normAutofit/>
          </a:bodyPr>
          <a:lstStyle>
            <a:lvl1pPr>
              <a:defRPr sz="8000"/>
            </a:lvl1pPr>
          </a:lstStyle>
          <a:p>
            <a:r>
              <a:rPr lang="en-US" dirty="0"/>
              <a:t>Click to edit Master title style</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272784" y="2423160"/>
            <a:ext cx="5202936" cy="3858768"/>
          </a:xfrm>
        </p:spPr>
        <p:txBody>
          <a:bodyPr vert="horz" lIns="91440" tIns="45720" rIns="91440" bIns="45720" rtlCol="0">
            <a:normAutofit/>
          </a:bodyPr>
          <a:lstStyle>
            <a:lvl1pPr marL="457200" indent="-457200">
              <a:buFont typeface="+mj-lt"/>
              <a:buAutoNum type="arabicPeriod"/>
              <a:defRPr lang="en-US" dirty="0"/>
            </a:lvl1pPr>
            <a:lvl2pPr marL="571500" indent="-342900">
              <a:buFont typeface="+mj-lt"/>
              <a:buAutoNum type="alphaLcPeriod"/>
              <a:defRPr lang="en-US" dirty="0"/>
            </a:lvl2pPr>
            <a:lvl3pPr marL="800100" indent="-342900">
              <a:buFont typeface="+mj-lt"/>
              <a:buAutoNum type="romanLcPeriod"/>
              <a:defRPr lang="en-US" dirty="0"/>
            </a:lvl3pPr>
            <a:lvl4pPr marL="914400" indent="-228600">
              <a:buFont typeface="+mj-lt"/>
              <a:buAutoNum type="arabicParenR"/>
              <a:defRPr lang="en-US" dirty="0"/>
            </a:lvl4pPr>
            <a:lvl5pPr marL="1143000" indent="-228600">
              <a:buFont typeface="+mj-lt"/>
              <a:buAutoNum type="alphaLcParenR"/>
              <a:defRPr lang="en-US"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p>
            <a:fld id="{E244D5D5-F2FF-4BCB-BACC-FA9A736697CB}" type="datetime1">
              <a:rPr lang="en-US" smtClean="0"/>
              <a:t>4/12/2026</a:t>
            </a:fld>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p>
            <a:r>
              <a:rPr lang="en-US" dirty="0"/>
              <a:t>Sample Footer Text</a:t>
            </a:r>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000494066"/>
      </p:ext>
    </p:extLst>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Agenda 2">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691006" y="998230"/>
            <a:ext cx="3951469" cy="1947672"/>
          </a:xfrm>
        </p:spPr>
        <p:txBody>
          <a:bodyPr anchor="b">
            <a:noAutofit/>
          </a:bodyPr>
          <a:lstStyle>
            <a:lvl1pPr>
              <a:defRPr sz="4400"/>
            </a:lvl1pPr>
          </a:lstStyle>
          <a:p>
            <a:r>
              <a:rPr lang="en-US" dirty="0"/>
              <a:t>Click to edit Master title style</a:t>
            </a:r>
          </a:p>
        </p:txBody>
      </p:sp>
      <p:sp>
        <p:nvSpPr>
          <p:cNvPr id="9" name="Picture Placeholder 3">
            <a:extLst>
              <a:ext uri="{FF2B5EF4-FFF2-40B4-BE49-F238E27FC236}">
                <a16:creationId xmlns:a16="http://schemas.microsoft.com/office/drawing/2014/main" id="{DD60ACDC-1760-F721-E270-0D2FC4872DF2}"/>
              </a:ext>
            </a:extLst>
          </p:cNvPr>
          <p:cNvSpPr>
            <a:spLocks noGrp="1"/>
          </p:cNvSpPr>
          <p:nvPr>
            <p:ph type="pic" sz="quarter" idx="15"/>
          </p:nvPr>
        </p:nvSpPr>
        <p:spPr>
          <a:xfrm>
            <a:off x="0" y="0"/>
            <a:ext cx="7002464" cy="6399152"/>
          </a:xfrm>
          <a:custGeom>
            <a:avLst/>
            <a:gdLst>
              <a:gd name="connsiteX0" fmla="*/ 0 w 7002464"/>
              <a:gd name="connsiteY0" fmla="*/ 0 h 6399152"/>
              <a:gd name="connsiteX1" fmla="*/ 7002464 w 7002464"/>
              <a:gd name="connsiteY1" fmla="*/ 0 h 6399152"/>
              <a:gd name="connsiteX2" fmla="*/ 7002464 w 7002464"/>
              <a:gd name="connsiteY2" fmla="*/ 5797156 h 6399152"/>
              <a:gd name="connsiteX3" fmla="*/ 6400468 w 7002464"/>
              <a:gd name="connsiteY3" fmla="*/ 6399152 h 6399152"/>
              <a:gd name="connsiteX4" fmla="*/ 0 w 7002464"/>
              <a:gd name="connsiteY4" fmla="*/ 6399152 h 639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002464" h="6399152">
                <a:moveTo>
                  <a:pt x="0" y="0"/>
                </a:moveTo>
                <a:lnTo>
                  <a:pt x="7002464" y="0"/>
                </a:lnTo>
                <a:lnTo>
                  <a:pt x="7002464" y="5797156"/>
                </a:lnTo>
                <a:cubicBezTo>
                  <a:pt x="7002464" y="6129629"/>
                  <a:pt x="6732941" y="6399152"/>
                  <a:pt x="6400468" y="6399152"/>
                </a:cubicBezTo>
                <a:lnTo>
                  <a:pt x="0" y="6399152"/>
                </a:lnTo>
                <a:close/>
              </a:path>
            </a:pathLst>
          </a:custGeom>
          <a:blipFill dpi="0" rotWithShape="1">
            <a:blip r:embed="rId2" cstate="screen">
              <a:extLst>
                <a:ext uri="{28A0092B-C50C-407E-A947-70E740481C1C}">
                  <a14:useLocalDpi xmlns:a14="http://schemas.microsoft.com/office/drawing/2010/main"/>
                </a:ext>
              </a:extLst>
            </a:blip>
            <a:srcRect/>
            <a:stretch>
              <a:fillRect/>
            </a:stretch>
          </a:blipFill>
        </p:spPr>
        <p:txBody>
          <a:bodyPr wrap="square">
            <a:noAutofit/>
          </a:bodyPr>
          <a:lstStyle>
            <a:lvl1pPr marL="0" indent="0">
              <a:buNone/>
              <a:defRPr/>
            </a:lvl1pPr>
          </a:lstStyle>
          <a:p>
            <a:endParaRPr lang="en-US" dirty="0"/>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7691007" y="3099815"/>
            <a:ext cx="3951469" cy="3084599"/>
          </a:xfrm>
        </p:spPr>
        <p:txBody>
          <a:bodyPr>
            <a:normAutofit/>
          </a:bodyPr>
          <a:lstStyle>
            <a:lvl1pPr marL="342900" indent="-342900">
              <a:buFont typeface="+mj-lt"/>
              <a:buAutoNum type="arabicPeriod"/>
              <a:defRPr sz="1800"/>
            </a:lvl1pPr>
            <a:lvl2pPr marL="571500" indent="-342900">
              <a:buFont typeface="+mj-lt"/>
              <a:buAutoNum type="alphaLcPeriod"/>
              <a:defRPr sz="1600"/>
            </a:lvl2pPr>
            <a:lvl3pPr marL="800100" indent="-342900">
              <a:buFont typeface="+mj-lt"/>
              <a:buAutoNum type="romanLcPeriod"/>
              <a:defRPr sz="1400"/>
            </a:lvl3pPr>
            <a:lvl4pPr marL="914400" indent="-228600">
              <a:buFont typeface="+mj-lt"/>
              <a:buAutoNum type="arabicParenR"/>
              <a:defRPr sz="1200"/>
            </a:lvl4pPr>
            <a:lvl5pPr marL="1143000" indent="-228600">
              <a:buFont typeface="+mj-lt"/>
              <a:buAutoNum type="alphaLcParenR"/>
              <a:defRPr sz="11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fld id="{C747D10D-DAA6-49BD-BCDC-42DE71F72A89}" type="datetime1">
              <a:rPr lang="en-US" smtClean="0"/>
              <a:t>4/12/2026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326632422"/>
      </p:ext>
    </p:extLst>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14984" y="2478024"/>
            <a:ext cx="4325112" cy="2454796"/>
          </a:xfrm>
        </p:spPr>
        <p:txBody>
          <a:bodyPr anchor="t">
            <a:normAutofit/>
          </a:bodyPr>
          <a:lstStyle>
            <a:lvl1pPr>
              <a:defRPr sz="4400"/>
            </a:lvl1pPr>
          </a:lstStyle>
          <a:p>
            <a:r>
              <a:rPr lang="en-US"/>
              <a:t>Click to edit Master title style</a:t>
            </a:r>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6273800" y="2478024"/>
            <a:ext cx="4325112" cy="2454796"/>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marL="228600" marR="0" lvl="0" indent="-228600" algn="l" defTabSz="914400" rtl="0" eaLnBrk="1" fontAlgn="auto" latinLnBrk="0" hangingPunct="1">
              <a:lnSpc>
                <a:spcPct val="120000"/>
              </a:lnSpc>
              <a:spcBef>
                <a:spcPts val="10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131313"/>
                </a:solidFill>
                <a:effectLst/>
                <a:uLnTx/>
                <a:uFillTx/>
                <a:latin typeface="Neue Haas Grotesk Text Pro"/>
                <a:ea typeface="+mn-ea"/>
                <a:cs typeface="+mn-cs"/>
              </a:rPr>
              <a:t>Click to edit Master text styles</a:t>
            </a:r>
          </a:p>
          <a:p>
            <a:pPr marL="457200" marR="0" lvl="1" indent="-228600" algn="l" defTabSz="914400" rtl="0" eaLnBrk="1" fontAlgn="auto" latinLnBrk="0" hangingPunct="1">
              <a:lnSpc>
                <a:spcPct val="120000"/>
              </a:lnSpc>
              <a:spcBef>
                <a:spcPts val="5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131313"/>
                </a:solidFill>
                <a:effectLst/>
                <a:uLnTx/>
                <a:uFillTx/>
                <a:latin typeface="Neue Haas Grotesk Text Pro"/>
                <a:ea typeface="+mn-ea"/>
                <a:cs typeface="+mn-cs"/>
              </a:rPr>
              <a:t>Second level</a:t>
            </a:r>
          </a:p>
          <a:p>
            <a:pPr marL="685800" marR="0" lvl="2" indent="-228600" algn="l" defTabSz="914400" rtl="0" eaLnBrk="1" fontAlgn="auto" latinLnBrk="0" hangingPunct="1">
              <a:lnSpc>
                <a:spcPct val="120000"/>
              </a:lnSpc>
              <a:spcBef>
                <a:spcPts val="50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131313"/>
                </a:solidFill>
                <a:effectLst/>
                <a:uLnTx/>
                <a:uFillTx/>
                <a:latin typeface="Neue Haas Grotesk Text Pro"/>
                <a:ea typeface="+mn-ea"/>
                <a:cs typeface="+mn-cs"/>
              </a:rPr>
              <a:t>Third level</a:t>
            </a:r>
          </a:p>
          <a:p>
            <a:pPr marL="914400" marR="0" lvl="3" indent="-228600" algn="l" defTabSz="914400" rtl="0" eaLnBrk="1" fontAlgn="auto" latinLnBrk="0" hangingPunct="1">
              <a:lnSpc>
                <a:spcPct val="120000"/>
              </a:lnSpc>
              <a:spcBef>
                <a:spcPts val="50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131313"/>
                </a:solidFill>
                <a:effectLst/>
                <a:uLnTx/>
                <a:uFillTx/>
                <a:latin typeface="Neue Haas Grotesk Text Pro"/>
                <a:ea typeface="+mn-ea"/>
                <a:cs typeface="+mn-cs"/>
              </a:rPr>
              <a:t>Fourth level</a:t>
            </a:r>
          </a:p>
          <a:p>
            <a:pPr marL="1143000" marR="0" lvl="4" indent="-228600" algn="l" defTabSz="914400" rtl="0" eaLnBrk="1" fontAlgn="auto" latinLnBrk="0" hangingPunct="1">
              <a:lnSpc>
                <a:spcPct val="120000"/>
              </a:lnSpc>
              <a:spcBef>
                <a:spcPts val="50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131313"/>
                </a:solidFill>
                <a:effectLst/>
                <a:uLnTx/>
                <a:uFillTx/>
                <a:latin typeface="Neue Haas Grotesk Text Pro"/>
                <a:ea typeface="+mn-ea"/>
                <a:cs typeface="+mn-cs"/>
              </a:rPr>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9A99C55D-C47D-42B9-AD20-3E2CCE08596C}" type="datetime1">
              <a:rPr lang="en-US" smtClean="0"/>
              <a:t>4/12/2026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42380510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14984" y="2039112"/>
            <a:ext cx="3813048" cy="3538728"/>
          </a:xfrm>
        </p:spPr>
        <p:txBody>
          <a:bodyPr anchor="t">
            <a:normAutofit/>
          </a:bodyPr>
          <a:lstStyle>
            <a:lvl1pPr>
              <a:defRPr sz="3200"/>
            </a:lvl1pPr>
          </a:lstStyle>
          <a:p>
            <a:r>
              <a:rPr lang="en-US"/>
              <a:t>Click to edit Master title style</a:t>
            </a:r>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5422392" y="2039112"/>
            <a:ext cx="5047488" cy="3538728"/>
          </a:xfrm>
        </p:spPr>
        <p:txBody>
          <a:bodyPr vert="horz" lIns="91440" tIns="45720" rIns="91440" bIns="45720" rtlCol="0">
            <a:normAutofit/>
          </a:bodyPr>
          <a:lstStyle>
            <a:lvl1pPr>
              <a:defRPr lang="en-US"/>
            </a:lvl1pPr>
            <a:lvl2pPr>
              <a:defRPr lang="en-US"/>
            </a:lvl2pPr>
            <a:lvl3pPr>
              <a:defRPr lang="en-US"/>
            </a:lvl3pPr>
            <a:lvl4pPr>
              <a:defRPr lang="en-US"/>
            </a:lvl4pPr>
            <a:lvl5pPr>
              <a:defRPr lang="en-US"/>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01EA44AD-1FB0-4882-B380-D102D5E41B49}" type="datetime1">
              <a:rPr lang="en-US" smtClean="0"/>
              <a:t>4/12/2026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97010179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Content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29768" y="1600200"/>
            <a:ext cx="4142232" cy="4636008"/>
          </a:xfrm>
        </p:spPr>
        <p:txBody>
          <a:bodyPr anchor="t">
            <a:normAutofit/>
          </a:bodyPr>
          <a:lstStyle>
            <a:lvl1pPr>
              <a:defRPr sz="3200"/>
            </a:lvl1pPr>
          </a:lstStyle>
          <a:p>
            <a:r>
              <a:rPr lang="en-US"/>
              <a:t>Click to edit Master title style</a:t>
            </a:r>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5422392" y="1600200"/>
            <a:ext cx="5788152" cy="4636008"/>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C21FD0E9-BB2A-40F4-9FCA-339953EA9BCB}" type="datetime1">
              <a:rPr lang="en-US" smtClean="0"/>
              <a:t>4/12/2026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81013155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Content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29767" y="640079"/>
            <a:ext cx="4032505" cy="3621024"/>
          </a:xfrm>
        </p:spPr>
        <p:txBody>
          <a:bodyPr anchor="t">
            <a:normAutofit/>
          </a:bodyPr>
          <a:lstStyle>
            <a:lvl1pPr>
              <a:defRPr sz="3600"/>
            </a:lvl1pPr>
          </a:lstStyle>
          <a:p>
            <a:r>
              <a:rPr lang="en-US"/>
              <a:t>Click to edit Master title style</a:t>
            </a:r>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5422392" y="640715"/>
            <a:ext cx="5968098" cy="57197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B82DCE86-7B4C-43EC-801D-4B957536C306}" type="datetime1">
              <a:rPr lang="en-US" smtClean="0"/>
              <a:t>4/12/2026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21603255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Content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29768" y="640080"/>
            <a:ext cx="3493008" cy="3621024"/>
          </a:xfrm>
        </p:spPr>
        <p:txBody>
          <a:bodyPr anchor="t">
            <a:normAutofit/>
          </a:bodyPr>
          <a:lstStyle>
            <a:lvl1pPr>
              <a:defRPr sz="3200"/>
            </a:lvl1pPr>
          </a:lstStyle>
          <a:p>
            <a:r>
              <a:rPr lang="en-US"/>
              <a:t>Click to edit Master title style</a:t>
            </a:r>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4425696" y="640080"/>
            <a:ext cx="7159752" cy="5724144"/>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1FD3FCD9-BE24-4676-9D2E-63D9ED82EDA2}" type="datetime1">
              <a:rPr lang="en-US" smtClean="0"/>
              <a:t>4/12/2026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85975559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tent Only (Max)">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841248" y="-1325880"/>
            <a:ext cx="10515600" cy="1325880"/>
          </a:xfrm>
        </p:spPr>
        <p:txBody>
          <a:bodyPr anchor="b">
            <a:normAutofit/>
          </a:bodyPr>
          <a:lstStyle>
            <a:lvl1pPr>
              <a:defRPr sz="2400"/>
            </a:lvl1pPr>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137159" y="329450"/>
            <a:ext cx="11924209" cy="61991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21CA290A-121B-47D5-B4CD-63E70D76A5D5}" type="datetime1">
              <a:rPr lang="en-US" smtClean="0"/>
              <a:t>4/12/2026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00182731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Content Photo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9768" y="603504"/>
            <a:ext cx="4480560" cy="1527048"/>
          </a:xfrm>
        </p:spPr>
        <p:txBody>
          <a:bodyPr anchor="b"/>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429767" y="2276856"/>
            <a:ext cx="4480560" cy="404164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3">
            <a:extLst>
              <a:ext uri="{FF2B5EF4-FFF2-40B4-BE49-F238E27FC236}">
                <a16:creationId xmlns:a16="http://schemas.microsoft.com/office/drawing/2014/main" id="{CE823DF8-AABE-3B17-254E-81CD7CA2B5BF}"/>
              </a:ext>
            </a:extLst>
          </p:cNvPr>
          <p:cNvSpPr>
            <a:spLocks noGrp="1"/>
          </p:cNvSpPr>
          <p:nvPr>
            <p:ph type="pic" sz="quarter" idx="15"/>
          </p:nvPr>
        </p:nvSpPr>
        <p:spPr>
          <a:xfrm>
            <a:off x="5737594" y="0"/>
            <a:ext cx="6454406" cy="6399152"/>
          </a:xfrm>
          <a:custGeom>
            <a:avLst/>
            <a:gdLst>
              <a:gd name="connsiteX0" fmla="*/ 0 w 6454406"/>
              <a:gd name="connsiteY0" fmla="*/ 0 h 6399152"/>
              <a:gd name="connsiteX1" fmla="*/ 6454406 w 6454406"/>
              <a:gd name="connsiteY1" fmla="*/ 0 h 6399152"/>
              <a:gd name="connsiteX2" fmla="*/ 6454406 w 6454406"/>
              <a:gd name="connsiteY2" fmla="*/ 6399152 h 6399152"/>
              <a:gd name="connsiteX3" fmla="*/ 601995 w 6454406"/>
              <a:gd name="connsiteY3" fmla="*/ 6399152 h 6399152"/>
              <a:gd name="connsiteX4" fmla="*/ 0 w 6454406"/>
              <a:gd name="connsiteY4" fmla="*/ 5797156 h 639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54406" h="6399152">
                <a:moveTo>
                  <a:pt x="0" y="0"/>
                </a:moveTo>
                <a:lnTo>
                  <a:pt x="6454406" y="0"/>
                </a:lnTo>
                <a:lnTo>
                  <a:pt x="6454406" y="6399152"/>
                </a:lnTo>
                <a:lnTo>
                  <a:pt x="601995" y="6399152"/>
                </a:lnTo>
                <a:cubicBezTo>
                  <a:pt x="269522" y="6399152"/>
                  <a:pt x="0" y="6129629"/>
                  <a:pt x="0" y="5797156"/>
                </a:cubicBez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260A58D8-7EDF-40A6-A98C-8CBDF59A319E}" type="datetime1">
              <a:rPr lang="en-US" smtClean="0"/>
              <a:t>4/12/2026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effectLst/>
              </a:defRPr>
            </a:lvl1p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effectLst/>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110364099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Content Photo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196328" y="601755"/>
            <a:ext cx="4389120" cy="1527048"/>
          </a:xfrm>
        </p:spPr>
        <p:txBody>
          <a:bodyPr anchor="b"/>
          <a:lstStyle/>
          <a:p>
            <a:r>
              <a:rPr lang="en-US"/>
              <a:t>Click to edit Master title style</a:t>
            </a:r>
          </a:p>
        </p:txBody>
      </p:sp>
      <p:sp>
        <p:nvSpPr>
          <p:cNvPr id="11" name="Picture Placeholder 3">
            <a:extLst>
              <a:ext uri="{FF2B5EF4-FFF2-40B4-BE49-F238E27FC236}">
                <a16:creationId xmlns:a16="http://schemas.microsoft.com/office/drawing/2014/main" id="{6F26914B-7405-10AB-A859-8165D7B1A93C}"/>
              </a:ext>
            </a:extLst>
          </p:cNvPr>
          <p:cNvSpPr>
            <a:spLocks noGrp="1"/>
          </p:cNvSpPr>
          <p:nvPr>
            <p:ph type="pic" sz="quarter" idx="15"/>
          </p:nvPr>
        </p:nvSpPr>
        <p:spPr>
          <a:xfrm>
            <a:off x="0" y="1"/>
            <a:ext cx="6591300" cy="6410303"/>
          </a:xfrm>
          <a:custGeom>
            <a:avLst/>
            <a:gdLst>
              <a:gd name="connsiteX0" fmla="*/ 0 w 6591300"/>
              <a:gd name="connsiteY0" fmla="*/ 0 h 6410303"/>
              <a:gd name="connsiteX1" fmla="*/ 6591300 w 6591300"/>
              <a:gd name="connsiteY1" fmla="*/ 0 h 6410303"/>
              <a:gd name="connsiteX2" fmla="*/ 6591300 w 6591300"/>
              <a:gd name="connsiteY2" fmla="*/ 5807073 h 6410303"/>
              <a:gd name="connsiteX3" fmla="*/ 5988070 w 6591300"/>
              <a:gd name="connsiteY3" fmla="*/ 6410303 h 6410303"/>
              <a:gd name="connsiteX4" fmla="*/ 0 w 6591300"/>
              <a:gd name="connsiteY4" fmla="*/ 6410303 h 64103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91300" h="6410303">
                <a:moveTo>
                  <a:pt x="0" y="0"/>
                </a:moveTo>
                <a:lnTo>
                  <a:pt x="6591300" y="0"/>
                </a:lnTo>
                <a:lnTo>
                  <a:pt x="6591300" y="5807073"/>
                </a:lnTo>
                <a:cubicBezTo>
                  <a:pt x="6591300" y="6140228"/>
                  <a:pt x="6321225" y="6410303"/>
                  <a:pt x="5988070" y="6410303"/>
                </a:cubicBezTo>
                <a:lnTo>
                  <a:pt x="0" y="6410303"/>
                </a:ln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endParaRPr lang="en-US" dirty="0"/>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196328" y="2276856"/>
            <a:ext cx="4389120" cy="404164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fld id="{16DF7C3E-B5DF-4043-B2F9-CD94B277B81B}" type="datetime1">
              <a:rPr lang="en-US" smtClean="0"/>
              <a:t>4/12/2026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76691547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Content Photo 1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9768" y="603504"/>
            <a:ext cx="3401568" cy="1527048"/>
          </a:xfrm>
        </p:spPr>
        <p:txBody>
          <a:bodyPr anchor="b"/>
          <a:lstStyle/>
          <a:p>
            <a:r>
              <a:rPr lang="en-US"/>
              <a:t>Click to edit Master title style</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429768" y="2276856"/>
            <a:ext cx="3401568" cy="4041648"/>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3">
            <a:extLst>
              <a:ext uri="{FF2B5EF4-FFF2-40B4-BE49-F238E27FC236}">
                <a16:creationId xmlns:a16="http://schemas.microsoft.com/office/drawing/2014/main" id="{58FA1BA0-D099-705F-F85E-3FBC782F7651}"/>
              </a:ext>
            </a:extLst>
          </p:cNvPr>
          <p:cNvSpPr>
            <a:spLocks noGrp="1"/>
          </p:cNvSpPr>
          <p:nvPr>
            <p:ph type="pic" sz="quarter" idx="15"/>
          </p:nvPr>
        </p:nvSpPr>
        <p:spPr>
          <a:xfrm>
            <a:off x="4502843" y="2"/>
            <a:ext cx="7689157" cy="6399151"/>
          </a:xfrm>
          <a:custGeom>
            <a:avLst/>
            <a:gdLst>
              <a:gd name="connsiteX0" fmla="*/ 0 w 7689157"/>
              <a:gd name="connsiteY0" fmla="*/ 0 h 6399151"/>
              <a:gd name="connsiteX1" fmla="*/ 7689157 w 7689157"/>
              <a:gd name="connsiteY1" fmla="*/ 0 h 6399151"/>
              <a:gd name="connsiteX2" fmla="*/ 7689157 w 7689157"/>
              <a:gd name="connsiteY2" fmla="*/ 6399151 h 6399151"/>
              <a:gd name="connsiteX3" fmla="*/ 601997 w 7689157"/>
              <a:gd name="connsiteY3" fmla="*/ 6399151 h 6399151"/>
              <a:gd name="connsiteX4" fmla="*/ 0 w 7689157"/>
              <a:gd name="connsiteY4" fmla="*/ 5797155 h 6399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89157" h="6399151">
                <a:moveTo>
                  <a:pt x="0" y="0"/>
                </a:moveTo>
                <a:lnTo>
                  <a:pt x="7689157" y="0"/>
                </a:lnTo>
                <a:lnTo>
                  <a:pt x="7689157" y="6399151"/>
                </a:lnTo>
                <a:lnTo>
                  <a:pt x="601997" y="6399151"/>
                </a:lnTo>
                <a:cubicBezTo>
                  <a:pt x="269523" y="6399151"/>
                  <a:pt x="0" y="6129628"/>
                  <a:pt x="0" y="5797155"/>
                </a:cubicBez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fld id="{84F04B89-F088-43E2-8F95-5A2E5E9F612E}" type="datetime1">
              <a:rPr lang="en-US" smtClean="0"/>
              <a:t>4/12/2026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95172551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Content Photo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321040" y="603504"/>
            <a:ext cx="3401568" cy="1527048"/>
          </a:xfrm>
        </p:spPr>
        <p:txBody>
          <a:bodyPr anchor="b"/>
          <a:lstStyle/>
          <a:p>
            <a:r>
              <a:rPr lang="en-US"/>
              <a:t>Click to edit Master title style</a:t>
            </a:r>
          </a:p>
        </p:txBody>
      </p:sp>
      <p:sp>
        <p:nvSpPr>
          <p:cNvPr id="11" name="Picture Placeholder 3">
            <a:extLst>
              <a:ext uri="{FF2B5EF4-FFF2-40B4-BE49-F238E27FC236}">
                <a16:creationId xmlns:a16="http://schemas.microsoft.com/office/drawing/2014/main" id="{F44EE1A0-D83B-FE6C-4495-F55C5070D5D1}"/>
              </a:ext>
            </a:extLst>
          </p:cNvPr>
          <p:cNvSpPr>
            <a:spLocks noGrp="1"/>
          </p:cNvSpPr>
          <p:nvPr>
            <p:ph type="pic" sz="quarter" idx="15"/>
          </p:nvPr>
        </p:nvSpPr>
        <p:spPr>
          <a:xfrm>
            <a:off x="0" y="0"/>
            <a:ext cx="7734300" cy="6399152"/>
          </a:xfrm>
          <a:custGeom>
            <a:avLst/>
            <a:gdLst>
              <a:gd name="connsiteX0" fmla="*/ 0 w 7734300"/>
              <a:gd name="connsiteY0" fmla="*/ 0 h 6399152"/>
              <a:gd name="connsiteX1" fmla="*/ 7734300 w 7734300"/>
              <a:gd name="connsiteY1" fmla="*/ 0 h 6399152"/>
              <a:gd name="connsiteX2" fmla="*/ 7734300 w 7734300"/>
              <a:gd name="connsiteY2" fmla="*/ 5797156 h 6399152"/>
              <a:gd name="connsiteX3" fmla="*/ 7132304 w 7734300"/>
              <a:gd name="connsiteY3" fmla="*/ 6399152 h 6399152"/>
              <a:gd name="connsiteX4" fmla="*/ 0 w 7734300"/>
              <a:gd name="connsiteY4" fmla="*/ 6399152 h 639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34300" h="6399152">
                <a:moveTo>
                  <a:pt x="0" y="0"/>
                </a:moveTo>
                <a:lnTo>
                  <a:pt x="7734300" y="0"/>
                </a:lnTo>
                <a:lnTo>
                  <a:pt x="7734300" y="5797156"/>
                </a:lnTo>
                <a:cubicBezTo>
                  <a:pt x="7734300" y="6129629"/>
                  <a:pt x="7464777" y="6399152"/>
                  <a:pt x="7132304" y="6399152"/>
                </a:cubicBezTo>
                <a:lnTo>
                  <a:pt x="0" y="6399152"/>
                </a:ln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endParaRPr lang="en-US" dirty="0"/>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321040" y="2276856"/>
            <a:ext cx="3401568" cy="4041648"/>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fld id="{A0FCFF8D-E3E3-4D6C-85D1-1D24204FD961}" type="datetime1">
              <a:rPr lang="en-US" smtClean="0"/>
              <a:t>4/12/2026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79266775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Content Photo 1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21733" y="4162318"/>
            <a:ext cx="2953618" cy="1892808"/>
          </a:xfrm>
        </p:spPr>
        <p:txBody>
          <a:bodyPr anchor="t">
            <a:normAutofit/>
          </a:bodyPr>
          <a:lstStyle>
            <a:lvl1pPr>
              <a:defRPr sz="3200"/>
            </a:lvl1pPr>
          </a:lstStyle>
          <a:p>
            <a:r>
              <a:rPr lang="en-US"/>
              <a:t>Click to edit Master title style</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3977640" y="4162318"/>
            <a:ext cx="7772400" cy="2240280"/>
          </a:xfrm>
        </p:spPr>
        <p:txBody>
          <a:bodyPr>
            <a:noAutofit/>
          </a:bodyPr>
          <a:lstStyle>
            <a:lvl1pPr marL="285750" indent="-285750">
              <a:buFont typeface="Arial" panose="020B0604020202020204" pitchFamily="34" charset="0"/>
              <a:buChar char="•"/>
              <a:defRPr sz="1800"/>
            </a:lvl1pPr>
            <a:lvl2pPr marL="514350" indent="-285750">
              <a:buFont typeface="Arial" panose="020B0604020202020204" pitchFamily="34" charset="0"/>
              <a:buChar char="•"/>
              <a:defRPr sz="1600"/>
            </a:lvl2pPr>
            <a:lvl3pPr marL="742950" indent="-285750">
              <a:buFont typeface="Arial" panose="020B0604020202020204" pitchFamily="34" charset="0"/>
              <a:buChar char="•"/>
              <a:defRPr sz="1400"/>
            </a:lvl3pPr>
            <a:lvl4pPr marL="857250" indent="-171450">
              <a:buFont typeface="Arial" panose="020B0604020202020204" pitchFamily="34" charset="0"/>
              <a:buChar char="•"/>
              <a:defRPr sz="1200"/>
            </a:lvl4pPr>
            <a:lvl5pPr marL="1085850" indent="-171450">
              <a:buFont typeface="Arial" panose="020B0604020202020204" pitchFamily="34" charset="0"/>
              <a:buChar cha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Picture Placeholder 8">
            <a:extLst>
              <a:ext uri="{FF2B5EF4-FFF2-40B4-BE49-F238E27FC236}">
                <a16:creationId xmlns:a16="http://schemas.microsoft.com/office/drawing/2014/main" id="{0696DEB7-ADC8-3E90-7A63-F11D6535D0E4}"/>
              </a:ext>
            </a:extLst>
          </p:cNvPr>
          <p:cNvSpPr>
            <a:spLocks noGrp="1"/>
          </p:cNvSpPr>
          <p:nvPr>
            <p:ph type="pic" sz="quarter" idx="15"/>
          </p:nvPr>
        </p:nvSpPr>
        <p:spPr>
          <a:xfrm>
            <a:off x="0" y="0"/>
            <a:ext cx="11750040" cy="3806246"/>
          </a:xfrm>
          <a:custGeom>
            <a:avLst/>
            <a:gdLst>
              <a:gd name="connsiteX0" fmla="*/ 0 w 11733150"/>
              <a:gd name="connsiteY0" fmla="*/ 0 h 3806246"/>
              <a:gd name="connsiteX1" fmla="*/ 11733150 w 11733150"/>
              <a:gd name="connsiteY1" fmla="*/ 0 h 3806246"/>
              <a:gd name="connsiteX2" fmla="*/ 11733150 w 11733150"/>
              <a:gd name="connsiteY2" fmla="*/ 3204250 h 3806246"/>
              <a:gd name="connsiteX3" fmla="*/ 11131154 w 11733150"/>
              <a:gd name="connsiteY3" fmla="*/ 3806246 h 3806246"/>
              <a:gd name="connsiteX4" fmla="*/ 0 w 11733150"/>
              <a:gd name="connsiteY4" fmla="*/ 3806246 h 38062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733150" h="3806246">
                <a:moveTo>
                  <a:pt x="0" y="0"/>
                </a:moveTo>
                <a:lnTo>
                  <a:pt x="11733150" y="0"/>
                </a:lnTo>
                <a:lnTo>
                  <a:pt x="11733150" y="3204250"/>
                </a:lnTo>
                <a:cubicBezTo>
                  <a:pt x="11733150" y="3536723"/>
                  <a:pt x="11463627" y="3806246"/>
                  <a:pt x="11131154" y="3806246"/>
                </a:cubicBezTo>
                <a:lnTo>
                  <a:pt x="0" y="3806246"/>
                </a:ln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1479AD81-0F74-4052-9D15-1FCBE10FF531}" type="datetime1">
              <a:rPr lang="en-US" smtClean="0"/>
              <a:t>4/12/2026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94737832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 Content Photo 1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21733" y="561425"/>
            <a:ext cx="2953618" cy="1892808"/>
          </a:xfrm>
        </p:spPr>
        <p:txBody>
          <a:bodyPr anchor="t">
            <a:normAutofit/>
          </a:bodyPr>
          <a:lstStyle>
            <a:lvl1pPr>
              <a:defRPr sz="3200"/>
            </a:lvl1pPr>
          </a:lstStyle>
          <a:p>
            <a:r>
              <a:rPr lang="en-US"/>
              <a:t>Click to edit Master title style</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3977640" y="561425"/>
            <a:ext cx="7772400" cy="2240280"/>
          </a:xfrm>
        </p:spPr>
        <p:txBody>
          <a:bodyPr>
            <a:noAutofit/>
          </a:bodyPr>
          <a:lstStyle>
            <a:lvl1pPr marL="285750" indent="-285750">
              <a:buFont typeface="Arial" panose="020B0604020202020204" pitchFamily="34" charset="0"/>
              <a:buChar char="•"/>
              <a:defRPr sz="1800"/>
            </a:lvl1pPr>
            <a:lvl2pPr marL="514350" indent="-285750">
              <a:buFont typeface="Arial" panose="020B0604020202020204" pitchFamily="34" charset="0"/>
              <a:buChar char="•"/>
              <a:defRPr sz="1600"/>
            </a:lvl2pPr>
            <a:lvl3pPr marL="742950" indent="-285750">
              <a:buFont typeface="Arial" panose="020B0604020202020204" pitchFamily="34" charset="0"/>
              <a:buChar char="•"/>
              <a:defRPr sz="1400"/>
            </a:lvl3pPr>
            <a:lvl4pPr marL="857250" indent="-171450">
              <a:buFont typeface="Arial" panose="020B0604020202020204" pitchFamily="34" charset="0"/>
              <a:buChar char="•"/>
              <a:defRPr sz="1200"/>
            </a:lvl4pPr>
            <a:lvl5pPr marL="1085850" indent="-171450">
              <a:buFont typeface="Arial" panose="020B0604020202020204" pitchFamily="34" charset="0"/>
              <a:buChar cha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Picture Placeholder 11">
            <a:extLst>
              <a:ext uri="{FF2B5EF4-FFF2-40B4-BE49-F238E27FC236}">
                <a16:creationId xmlns:a16="http://schemas.microsoft.com/office/drawing/2014/main" id="{20558516-7088-BB33-D6DC-15ED4C60CBAF}"/>
              </a:ext>
            </a:extLst>
          </p:cNvPr>
          <p:cNvSpPr>
            <a:spLocks noGrp="1"/>
          </p:cNvSpPr>
          <p:nvPr>
            <p:ph type="pic" sz="quarter" idx="15"/>
          </p:nvPr>
        </p:nvSpPr>
        <p:spPr>
          <a:xfrm>
            <a:off x="441960" y="3067414"/>
            <a:ext cx="11750040" cy="3790586"/>
          </a:xfrm>
          <a:custGeom>
            <a:avLst/>
            <a:gdLst>
              <a:gd name="connsiteX0" fmla="*/ 603695 w 11750040"/>
              <a:gd name="connsiteY0" fmla="*/ 0 h 3790586"/>
              <a:gd name="connsiteX1" fmla="*/ 11750040 w 11750040"/>
              <a:gd name="connsiteY1" fmla="*/ 0 h 3790586"/>
              <a:gd name="connsiteX2" fmla="*/ 11750040 w 11750040"/>
              <a:gd name="connsiteY2" fmla="*/ 3790586 h 3790586"/>
              <a:gd name="connsiteX3" fmla="*/ 0 w 11750040"/>
              <a:gd name="connsiteY3" fmla="*/ 3790586 h 3790586"/>
              <a:gd name="connsiteX4" fmla="*/ 0 w 11750040"/>
              <a:gd name="connsiteY4" fmla="*/ 603695 h 3790586"/>
              <a:gd name="connsiteX5" fmla="*/ 603695 w 11750040"/>
              <a:gd name="connsiteY5" fmla="*/ 0 h 37905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750040" h="3790586">
                <a:moveTo>
                  <a:pt x="603695" y="0"/>
                </a:moveTo>
                <a:lnTo>
                  <a:pt x="11750040" y="0"/>
                </a:lnTo>
                <a:lnTo>
                  <a:pt x="11750040" y="3790586"/>
                </a:lnTo>
                <a:lnTo>
                  <a:pt x="0" y="3790586"/>
                </a:lnTo>
                <a:lnTo>
                  <a:pt x="0" y="603695"/>
                </a:lnTo>
                <a:cubicBezTo>
                  <a:pt x="0" y="270283"/>
                  <a:pt x="270283" y="0"/>
                  <a:pt x="603695" y="0"/>
                </a:cubicBez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37160" y="40460"/>
            <a:ext cx="3494314" cy="338328"/>
          </a:xfrm>
        </p:spPr>
        <p:txBody>
          <a:bodyPr/>
          <a:lstStyle/>
          <a:p>
            <a:fld id="{58567813-D47B-4BA9-A366-45E7794B6608}" type="datetime1">
              <a:rPr lang="en-US" smtClean="0"/>
              <a:t>4/12/2026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876521" y="40460"/>
            <a:ext cx="2805405" cy="338328"/>
          </a:xfrm>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632162" y="40460"/>
            <a:ext cx="429207" cy="338328"/>
          </a:xfr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40857230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Content Photo 1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311896" y="1078992"/>
            <a:ext cx="3273552" cy="1947672"/>
          </a:xfrm>
        </p:spPr>
        <p:txBody>
          <a:bodyPr anchor="b"/>
          <a:lstStyle/>
          <a:p>
            <a:r>
              <a:rPr lang="en-US"/>
              <a:t>Click to edit Master title style</a:t>
            </a:r>
          </a:p>
        </p:txBody>
      </p:sp>
      <p:sp>
        <p:nvSpPr>
          <p:cNvPr id="11" name="Picture Placeholder 3">
            <a:extLst>
              <a:ext uri="{FF2B5EF4-FFF2-40B4-BE49-F238E27FC236}">
                <a16:creationId xmlns:a16="http://schemas.microsoft.com/office/drawing/2014/main" id="{8073E866-A871-62F7-1E54-F2A44278F834}"/>
              </a:ext>
            </a:extLst>
          </p:cNvPr>
          <p:cNvSpPr>
            <a:spLocks noGrp="1"/>
          </p:cNvSpPr>
          <p:nvPr>
            <p:ph type="pic" sz="quarter" idx="15"/>
          </p:nvPr>
        </p:nvSpPr>
        <p:spPr>
          <a:xfrm>
            <a:off x="0" y="0"/>
            <a:ext cx="7734300" cy="6399152"/>
          </a:xfrm>
          <a:custGeom>
            <a:avLst/>
            <a:gdLst>
              <a:gd name="connsiteX0" fmla="*/ 0 w 7734300"/>
              <a:gd name="connsiteY0" fmla="*/ 0 h 6399152"/>
              <a:gd name="connsiteX1" fmla="*/ 7734300 w 7734300"/>
              <a:gd name="connsiteY1" fmla="*/ 0 h 6399152"/>
              <a:gd name="connsiteX2" fmla="*/ 7734300 w 7734300"/>
              <a:gd name="connsiteY2" fmla="*/ 5797156 h 6399152"/>
              <a:gd name="connsiteX3" fmla="*/ 7132304 w 7734300"/>
              <a:gd name="connsiteY3" fmla="*/ 6399152 h 6399152"/>
              <a:gd name="connsiteX4" fmla="*/ 0 w 7734300"/>
              <a:gd name="connsiteY4" fmla="*/ 6399152 h 639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34300" h="6399152">
                <a:moveTo>
                  <a:pt x="0" y="0"/>
                </a:moveTo>
                <a:lnTo>
                  <a:pt x="7734300" y="0"/>
                </a:lnTo>
                <a:lnTo>
                  <a:pt x="7734300" y="5797156"/>
                </a:lnTo>
                <a:cubicBezTo>
                  <a:pt x="7734300" y="6129629"/>
                  <a:pt x="7464777" y="6399152"/>
                  <a:pt x="7132304" y="6399152"/>
                </a:cubicBezTo>
                <a:lnTo>
                  <a:pt x="0" y="6399152"/>
                </a:ln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endParaRPr lang="en-US" dirty="0"/>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311896" y="3099816"/>
            <a:ext cx="3273552" cy="2953512"/>
          </a:xfrm>
        </p:spPr>
        <p:txBody>
          <a:bodyPr>
            <a:normAutofit/>
          </a:bodyPr>
          <a:lstStyle>
            <a:lvl1pPr marL="285750" indent="-285750">
              <a:buFont typeface="Arial" panose="020B0604020202020204" pitchFamily="34" charset="0"/>
              <a:buChar char="•"/>
              <a:defRPr sz="1600"/>
            </a:lvl1pPr>
            <a:lvl2pPr marL="514350" indent="-285750">
              <a:buFont typeface="Arial" panose="020B0604020202020204" pitchFamily="34" charset="0"/>
              <a:buChar char="•"/>
              <a:defRPr sz="1400"/>
            </a:lvl2pPr>
            <a:lvl3pPr marL="628650" indent="-171450">
              <a:buFont typeface="Arial" panose="020B0604020202020204" pitchFamily="34" charset="0"/>
              <a:buChar char="•"/>
              <a:defRPr sz="1200"/>
            </a:lvl3pPr>
            <a:lvl4pPr marL="857250" indent="-171450">
              <a:buFont typeface="Arial" panose="020B0604020202020204" pitchFamily="34" charset="0"/>
              <a:buChar char="•"/>
              <a:defRPr sz="1100"/>
            </a:lvl4pPr>
            <a:lvl5pPr marL="1085850" indent="-171450">
              <a:buFont typeface="Arial" panose="020B0604020202020204" pitchFamily="34" charset="0"/>
              <a:buChar char="•"/>
              <a:defRPr sz="105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fld id="{D3C75A4F-7395-44C0-9A76-83F0F6EA512A}" type="datetime1">
              <a:rPr lang="en-US" smtClean="0"/>
              <a:t>4/12/2026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24250942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itle, Content Photo 1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21733" y="5111854"/>
            <a:ext cx="3945468" cy="1389888"/>
          </a:xfrm>
        </p:spPr>
        <p:txBody>
          <a:bodyPr anchor="t">
            <a:normAutofit/>
          </a:bodyPr>
          <a:lstStyle>
            <a:lvl1pPr>
              <a:defRPr sz="3200"/>
            </a:lvl1pPr>
          </a:lstStyle>
          <a:p>
            <a:r>
              <a:rPr lang="en-US"/>
              <a:t>Click to edit Master title style</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5584372" y="5111854"/>
            <a:ext cx="6168356" cy="1389888"/>
          </a:xfrm>
        </p:spPr>
        <p:txBody>
          <a:bodyPr>
            <a:noAutofit/>
          </a:bodyPr>
          <a:lstStyle>
            <a:lvl1pPr marL="0" indent="0">
              <a:buFont typeface="Arial" panose="020B0604020202020204" pitchFamily="34" charset="0"/>
              <a:buNone/>
              <a:defRPr sz="1400"/>
            </a:lvl1pPr>
            <a:lvl2pPr marL="228600" indent="0">
              <a:buFont typeface="Arial" panose="020B0604020202020204" pitchFamily="34" charset="0"/>
              <a:buNone/>
              <a:defRPr sz="1200"/>
            </a:lvl2pPr>
            <a:lvl3pPr marL="457200" indent="0">
              <a:buFont typeface="Arial" panose="020B0604020202020204" pitchFamily="34" charset="0"/>
              <a:buNone/>
              <a:defRPr sz="1100"/>
            </a:lvl3pPr>
            <a:lvl4pPr marL="685800" indent="0">
              <a:buFont typeface="Arial" panose="020B0604020202020204" pitchFamily="34" charset="0"/>
              <a:buNone/>
              <a:defRPr sz="1050"/>
            </a:lvl4pPr>
            <a:lvl5pPr marL="914400" indent="0">
              <a:buFont typeface="Arial" panose="020B0604020202020204" pitchFamily="34" charset="0"/>
              <a:buNone/>
              <a:defRPr sz="10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Picture Placeholder 8">
            <a:extLst>
              <a:ext uri="{FF2B5EF4-FFF2-40B4-BE49-F238E27FC236}">
                <a16:creationId xmlns:a16="http://schemas.microsoft.com/office/drawing/2014/main" id="{815B30A2-D0D1-DED2-1133-A673CEA16AE9}"/>
              </a:ext>
            </a:extLst>
          </p:cNvPr>
          <p:cNvSpPr>
            <a:spLocks noGrp="1"/>
          </p:cNvSpPr>
          <p:nvPr>
            <p:ph type="pic" sz="quarter" idx="15"/>
          </p:nvPr>
        </p:nvSpPr>
        <p:spPr>
          <a:xfrm>
            <a:off x="0" y="0"/>
            <a:ext cx="11750040" cy="4724868"/>
          </a:xfrm>
          <a:custGeom>
            <a:avLst/>
            <a:gdLst>
              <a:gd name="connsiteX0" fmla="*/ 0 w 11750040"/>
              <a:gd name="connsiteY0" fmla="*/ 0 h 4724868"/>
              <a:gd name="connsiteX1" fmla="*/ 11750040 w 11750040"/>
              <a:gd name="connsiteY1" fmla="*/ 0 h 4724868"/>
              <a:gd name="connsiteX2" fmla="*/ 11750040 w 11750040"/>
              <a:gd name="connsiteY2" fmla="*/ 4122872 h 4724868"/>
              <a:gd name="connsiteX3" fmla="*/ 11148044 w 11750040"/>
              <a:gd name="connsiteY3" fmla="*/ 4724868 h 4724868"/>
              <a:gd name="connsiteX4" fmla="*/ 0 w 11750040"/>
              <a:gd name="connsiteY4" fmla="*/ 4724868 h 4724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750040" h="4724868">
                <a:moveTo>
                  <a:pt x="0" y="0"/>
                </a:moveTo>
                <a:lnTo>
                  <a:pt x="11750040" y="0"/>
                </a:lnTo>
                <a:lnTo>
                  <a:pt x="11750040" y="4122872"/>
                </a:lnTo>
                <a:cubicBezTo>
                  <a:pt x="11750040" y="4455345"/>
                  <a:pt x="11480517" y="4724868"/>
                  <a:pt x="11148044" y="4724868"/>
                </a:cubicBezTo>
                <a:lnTo>
                  <a:pt x="0" y="4724868"/>
                </a:ln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1B2EEDCC-520A-464B-900A-5F7E0E1FFC43}" type="datetime1">
              <a:rPr lang="en-US" smtClean="0"/>
              <a:t>4/12/2026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26562305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itle, Content Photo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550408" y="548640"/>
            <a:ext cx="6035040" cy="1143000"/>
          </a:xfrm>
        </p:spPr>
        <p:txBody>
          <a:bodyPr anchor="b"/>
          <a:lstStyle/>
          <a:p>
            <a:r>
              <a:rPr lang="en-US"/>
              <a:t>Click to edit Master title style</a:t>
            </a:r>
          </a:p>
        </p:txBody>
      </p:sp>
      <p:sp>
        <p:nvSpPr>
          <p:cNvPr id="11" name="Picture Placeholder 3">
            <a:extLst>
              <a:ext uri="{FF2B5EF4-FFF2-40B4-BE49-F238E27FC236}">
                <a16:creationId xmlns:a16="http://schemas.microsoft.com/office/drawing/2014/main" id="{C1AB8ED2-AD91-CB22-5624-BD41AB32529E}"/>
              </a:ext>
            </a:extLst>
          </p:cNvPr>
          <p:cNvSpPr>
            <a:spLocks noGrp="1"/>
          </p:cNvSpPr>
          <p:nvPr>
            <p:ph type="pic" sz="quarter" idx="15"/>
          </p:nvPr>
        </p:nvSpPr>
        <p:spPr>
          <a:xfrm>
            <a:off x="0" y="0"/>
            <a:ext cx="4844052" cy="6399152"/>
          </a:xfrm>
          <a:custGeom>
            <a:avLst/>
            <a:gdLst>
              <a:gd name="connsiteX0" fmla="*/ 0 w 4844052"/>
              <a:gd name="connsiteY0" fmla="*/ 0 h 6399152"/>
              <a:gd name="connsiteX1" fmla="*/ 4844052 w 4844052"/>
              <a:gd name="connsiteY1" fmla="*/ 0 h 6399152"/>
              <a:gd name="connsiteX2" fmla="*/ 4844052 w 4844052"/>
              <a:gd name="connsiteY2" fmla="*/ 5795922 h 6399152"/>
              <a:gd name="connsiteX3" fmla="*/ 4240822 w 4844052"/>
              <a:gd name="connsiteY3" fmla="*/ 6399152 h 6399152"/>
              <a:gd name="connsiteX4" fmla="*/ 0 w 4844052"/>
              <a:gd name="connsiteY4" fmla="*/ 6399152 h 639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44052" h="6399152">
                <a:moveTo>
                  <a:pt x="0" y="0"/>
                </a:moveTo>
                <a:lnTo>
                  <a:pt x="4844052" y="0"/>
                </a:lnTo>
                <a:lnTo>
                  <a:pt x="4844052" y="5795922"/>
                </a:lnTo>
                <a:cubicBezTo>
                  <a:pt x="4844052" y="6129077"/>
                  <a:pt x="4573977" y="6399152"/>
                  <a:pt x="4240822" y="6399152"/>
                </a:cubicBezTo>
                <a:lnTo>
                  <a:pt x="0" y="6399152"/>
                </a:ln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endParaRPr lang="en-US" dirty="0"/>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5550408" y="1828800"/>
            <a:ext cx="6035040" cy="44897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fld id="{B36C1D43-E95A-44CE-BF39-AC264176BC74}" type="datetime1">
              <a:rPr lang="en-US" smtClean="0"/>
              <a:t>4/12/2026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76262372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itle, Content Photo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9768" y="548640"/>
            <a:ext cx="6135624" cy="1143000"/>
          </a:xfrm>
        </p:spPr>
        <p:txBody>
          <a:bodyPr anchor="b"/>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429768" y="1828800"/>
            <a:ext cx="6135624" cy="44897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3">
            <a:extLst>
              <a:ext uri="{FF2B5EF4-FFF2-40B4-BE49-F238E27FC236}">
                <a16:creationId xmlns:a16="http://schemas.microsoft.com/office/drawing/2014/main" id="{D436AA50-FCF9-9A32-68F8-A124C794908D}"/>
              </a:ext>
            </a:extLst>
          </p:cNvPr>
          <p:cNvSpPr>
            <a:spLocks noGrp="1"/>
          </p:cNvSpPr>
          <p:nvPr>
            <p:ph type="pic" sz="quarter" idx="15"/>
          </p:nvPr>
        </p:nvSpPr>
        <p:spPr>
          <a:xfrm>
            <a:off x="7353304" y="0"/>
            <a:ext cx="4838696" cy="6399152"/>
          </a:xfrm>
          <a:custGeom>
            <a:avLst/>
            <a:gdLst>
              <a:gd name="connsiteX0" fmla="*/ 0 w 4838696"/>
              <a:gd name="connsiteY0" fmla="*/ 0 h 6399152"/>
              <a:gd name="connsiteX1" fmla="*/ 4838696 w 4838696"/>
              <a:gd name="connsiteY1" fmla="*/ 0 h 6399152"/>
              <a:gd name="connsiteX2" fmla="*/ 4838696 w 4838696"/>
              <a:gd name="connsiteY2" fmla="*/ 6399152 h 6399152"/>
              <a:gd name="connsiteX3" fmla="*/ 603230 w 4838696"/>
              <a:gd name="connsiteY3" fmla="*/ 6399152 h 6399152"/>
              <a:gd name="connsiteX4" fmla="*/ 0 w 4838696"/>
              <a:gd name="connsiteY4" fmla="*/ 5795922 h 639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38696" h="6399152">
                <a:moveTo>
                  <a:pt x="0" y="0"/>
                </a:moveTo>
                <a:lnTo>
                  <a:pt x="4838696" y="0"/>
                </a:lnTo>
                <a:lnTo>
                  <a:pt x="4838696" y="6399152"/>
                </a:lnTo>
                <a:lnTo>
                  <a:pt x="603230" y="6399152"/>
                </a:lnTo>
                <a:cubicBezTo>
                  <a:pt x="270075" y="6399152"/>
                  <a:pt x="0" y="6129077"/>
                  <a:pt x="0" y="5795922"/>
                </a:cubicBez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6F84395D-714C-468A-B505-16E3BDC41D6C}" type="datetime1">
              <a:rPr lang="en-US" smtClean="0"/>
              <a:t>4/12/2026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effectLst/>
              </a:defRPr>
            </a:lvl1p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effectLst/>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79257979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itle, Content Photo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196328" y="320040"/>
            <a:ext cx="4389120" cy="932688"/>
          </a:xfrm>
        </p:spPr>
        <p:txBody>
          <a:bodyPr anchor="b"/>
          <a:lstStyle/>
          <a:p>
            <a:r>
              <a:rPr lang="en-US"/>
              <a:t>Click to edit Master title style</a:t>
            </a:r>
          </a:p>
        </p:txBody>
      </p:sp>
      <p:sp>
        <p:nvSpPr>
          <p:cNvPr id="11" name="Picture Placeholder 9">
            <a:extLst>
              <a:ext uri="{FF2B5EF4-FFF2-40B4-BE49-F238E27FC236}">
                <a16:creationId xmlns:a16="http://schemas.microsoft.com/office/drawing/2014/main" id="{6B8A8E1B-B99E-8C69-154E-2FAADB07D510}"/>
              </a:ext>
            </a:extLst>
          </p:cNvPr>
          <p:cNvSpPr>
            <a:spLocks noGrp="1"/>
          </p:cNvSpPr>
          <p:nvPr>
            <p:ph type="pic" sz="quarter" idx="15"/>
          </p:nvPr>
        </p:nvSpPr>
        <p:spPr>
          <a:xfrm>
            <a:off x="0" y="0"/>
            <a:ext cx="6591300" cy="6399152"/>
          </a:xfrm>
          <a:custGeom>
            <a:avLst/>
            <a:gdLst>
              <a:gd name="connsiteX0" fmla="*/ 0 w 6591300"/>
              <a:gd name="connsiteY0" fmla="*/ 0 h 6399152"/>
              <a:gd name="connsiteX1" fmla="*/ 6591300 w 6591300"/>
              <a:gd name="connsiteY1" fmla="*/ 0 h 6399152"/>
              <a:gd name="connsiteX2" fmla="*/ 6591300 w 6591300"/>
              <a:gd name="connsiteY2" fmla="*/ 5797156 h 6399152"/>
              <a:gd name="connsiteX3" fmla="*/ 5989304 w 6591300"/>
              <a:gd name="connsiteY3" fmla="*/ 6399152 h 6399152"/>
              <a:gd name="connsiteX4" fmla="*/ 0 w 6591300"/>
              <a:gd name="connsiteY4" fmla="*/ 6399152 h 639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91300" h="6399152">
                <a:moveTo>
                  <a:pt x="0" y="0"/>
                </a:moveTo>
                <a:lnTo>
                  <a:pt x="6591300" y="0"/>
                </a:lnTo>
                <a:lnTo>
                  <a:pt x="6591300" y="5797156"/>
                </a:lnTo>
                <a:cubicBezTo>
                  <a:pt x="6591300" y="6129629"/>
                  <a:pt x="6321777" y="6399152"/>
                  <a:pt x="5989304" y="6399152"/>
                </a:cubicBezTo>
                <a:lnTo>
                  <a:pt x="0" y="6399152"/>
                </a:ln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endParaRPr lang="en-US" dirty="0"/>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196328" y="1380744"/>
            <a:ext cx="4389120" cy="49834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fld id="{4009D615-5030-44BE-B1E7-FCAF557FFC34}" type="datetime1">
              <a:rPr lang="en-US" smtClean="0"/>
              <a:t>4/12/2026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45453650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itle, Content Photo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9767" y="320040"/>
            <a:ext cx="4573413" cy="932688"/>
          </a:xfrm>
        </p:spPr>
        <p:txBody>
          <a:bodyPr anchor="b"/>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429766" y="1380744"/>
            <a:ext cx="4573413" cy="49834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3">
            <a:extLst>
              <a:ext uri="{FF2B5EF4-FFF2-40B4-BE49-F238E27FC236}">
                <a16:creationId xmlns:a16="http://schemas.microsoft.com/office/drawing/2014/main" id="{2BD82EEA-7278-1A73-C95C-473F75B54048}"/>
              </a:ext>
            </a:extLst>
          </p:cNvPr>
          <p:cNvSpPr>
            <a:spLocks noGrp="1"/>
          </p:cNvSpPr>
          <p:nvPr>
            <p:ph type="pic" sz="quarter" idx="15"/>
          </p:nvPr>
        </p:nvSpPr>
        <p:spPr>
          <a:xfrm>
            <a:off x="5737593" y="0"/>
            <a:ext cx="6454407" cy="6399152"/>
          </a:xfrm>
          <a:custGeom>
            <a:avLst/>
            <a:gdLst>
              <a:gd name="connsiteX0" fmla="*/ 0 w 6454407"/>
              <a:gd name="connsiteY0" fmla="*/ 0 h 6399152"/>
              <a:gd name="connsiteX1" fmla="*/ 6454407 w 6454407"/>
              <a:gd name="connsiteY1" fmla="*/ 0 h 6399152"/>
              <a:gd name="connsiteX2" fmla="*/ 6454407 w 6454407"/>
              <a:gd name="connsiteY2" fmla="*/ 6399152 h 6399152"/>
              <a:gd name="connsiteX3" fmla="*/ 601996 w 6454407"/>
              <a:gd name="connsiteY3" fmla="*/ 6399152 h 6399152"/>
              <a:gd name="connsiteX4" fmla="*/ 0 w 6454407"/>
              <a:gd name="connsiteY4" fmla="*/ 5797156 h 639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54407" h="6399152">
                <a:moveTo>
                  <a:pt x="0" y="0"/>
                </a:moveTo>
                <a:lnTo>
                  <a:pt x="6454407" y="0"/>
                </a:lnTo>
                <a:lnTo>
                  <a:pt x="6454407" y="6399152"/>
                </a:lnTo>
                <a:lnTo>
                  <a:pt x="601996" y="6399152"/>
                </a:lnTo>
                <a:cubicBezTo>
                  <a:pt x="269523" y="6399152"/>
                  <a:pt x="0" y="6129629"/>
                  <a:pt x="0" y="5797156"/>
                </a:cubicBez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A65D8DDD-BB5E-4F5B-81F2-5E5F98B403C0}" type="datetime1">
              <a:rPr lang="en-US" smtClean="0"/>
              <a:t>4/12/2026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effectLst/>
              </a:defRPr>
            </a:lvl1p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effectLst/>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118770115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itle, Content Photo 1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9768" y="603504"/>
            <a:ext cx="11155680" cy="970463"/>
          </a:xfrm>
        </p:spPr>
        <p:txBody>
          <a:bodyPr anchor="ctr"/>
          <a:lstStyle/>
          <a:p>
            <a:r>
              <a:rPr lang="en-US"/>
              <a:t>Click to edit Master title style</a:t>
            </a:r>
          </a:p>
        </p:txBody>
      </p:sp>
      <p:sp>
        <p:nvSpPr>
          <p:cNvPr id="9" name="Picture Placeholder 8">
            <a:extLst>
              <a:ext uri="{FF2B5EF4-FFF2-40B4-BE49-F238E27FC236}">
                <a16:creationId xmlns:a16="http://schemas.microsoft.com/office/drawing/2014/main" id="{19C22D85-D675-737B-9F54-B9D7FC819199}"/>
              </a:ext>
            </a:extLst>
          </p:cNvPr>
          <p:cNvSpPr>
            <a:spLocks noGrp="1"/>
          </p:cNvSpPr>
          <p:nvPr>
            <p:ph type="pic" sz="quarter" idx="15"/>
          </p:nvPr>
        </p:nvSpPr>
        <p:spPr>
          <a:xfrm>
            <a:off x="0" y="1828800"/>
            <a:ext cx="6707699" cy="5029200"/>
          </a:xfrm>
          <a:custGeom>
            <a:avLst/>
            <a:gdLst>
              <a:gd name="connsiteX0" fmla="*/ 0 w 6707699"/>
              <a:gd name="connsiteY0" fmla="*/ 0 h 5029200"/>
              <a:gd name="connsiteX1" fmla="*/ 6129259 w 6707699"/>
              <a:gd name="connsiteY1" fmla="*/ 0 h 5029200"/>
              <a:gd name="connsiteX2" fmla="*/ 6707699 w 6707699"/>
              <a:gd name="connsiteY2" fmla="*/ 578440 h 5029200"/>
              <a:gd name="connsiteX3" fmla="*/ 6707699 w 6707699"/>
              <a:gd name="connsiteY3" fmla="*/ 5029200 h 5029200"/>
              <a:gd name="connsiteX4" fmla="*/ 0 w 6707699"/>
              <a:gd name="connsiteY4" fmla="*/ 5029200 h 5029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07699" h="5029200">
                <a:moveTo>
                  <a:pt x="0" y="0"/>
                </a:moveTo>
                <a:lnTo>
                  <a:pt x="6129259" y="0"/>
                </a:lnTo>
                <a:cubicBezTo>
                  <a:pt x="6448723" y="0"/>
                  <a:pt x="6707699" y="258976"/>
                  <a:pt x="6707699" y="578440"/>
                </a:cubicBezTo>
                <a:lnTo>
                  <a:pt x="6707699" y="5029200"/>
                </a:lnTo>
                <a:lnTo>
                  <a:pt x="0" y="5029200"/>
                </a:ln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endParaRPr lang="en-US" dirty="0"/>
          </a:p>
        </p:txBody>
      </p:sp>
      <p:sp>
        <p:nvSpPr>
          <p:cNvPr id="8" name="Content Placeholder 7">
            <a:extLst>
              <a:ext uri="{FF2B5EF4-FFF2-40B4-BE49-F238E27FC236}">
                <a16:creationId xmlns:a16="http://schemas.microsoft.com/office/drawing/2014/main" id="{C1897688-419F-6EB2-5CC1-DC14924E5FC3}"/>
              </a:ext>
            </a:extLst>
          </p:cNvPr>
          <p:cNvSpPr>
            <a:spLocks noGrp="1"/>
          </p:cNvSpPr>
          <p:nvPr>
            <p:ph sz="quarter" idx="14"/>
          </p:nvPr>
        </p:nvSpPr>
        <p:spPr>
          <a:xfrm>
            <a:off x="7389302" y="1828800"/>
            <a:ext cx="4196146" cy="45037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7389302" y="6492240"/>
            <a:ext cx="1280160" cy="338328"/>
          </a:xfrm>
        </p:spPr>
        <p:txBody>
          <a:bodyPr/>
          <a:lstStyle/>
          <a:p>
            <a:fld id="{083588C5-4E32-4E6E-80AB-32A6125C957F}" type="datetime1">
              <a:rPr lang="en-US" smtClean="0"/>
              <a:t>4/12/2026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669462" y="6492240"/>
            <a:ext cx="2888554" cy="338328"/>
          </a:xfrm>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09157934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itle, Content Photo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820076" y="320040"/>
            <a:ext cx="6766560" cy="932688"/>
          </a:xfrm>
        </p:spPr>
        <p:txBody>
          <a:bodyPr anchor="b"/>
          <a:lstStyle/>
          <a:p>
            <a:r>
              <a:rPr lang="en-US"/>
              <a:t>Click to edit Master title style</a:t>
            </a:r>
          </a:p>
        </p:txBody>
      </p:sp>
      <p:sp>
        <p:nvSpPr>
          <p:cNvPr id="11" name="Picture Placeholder 3">
            <a:extLst>
              <a:ext uri="{FF2B5EF4-FFF2-40B4-BE49-F238E27FC236}">
                <a16:creationId xmlns:a16="http://schemas.microsoft.com/office/drawing/2014/main" id="{1B32E518-8213-A79A-7E36-BA4D782F8ED4}"/>
              </a:ext>
            </a:extLst>
          </p:cNvPr>
          <p:cNvSpPr>
            <a:spLocks noGrp="1"/>
          </p:cNvSpPr>
          <p:nvPr>
            <p:ph type="pic" sz="quarter" idx="15"/>
          </p:nvPr>
        </p:nvSpPr>
        <p:spPr>
          <a:xfrm>
            <a:off x="0" y="0"/>
            <a:ext cx="4147926" cy="6399152"/>
          </a:xfrm>
          <a:custGeom>
            <a:avLst/>
            <a:gdLst>
              <a:gd name="connsiteX0" fmla="*/ 0 w 4147926"/>
              <a:gd name="connsiteY0" fmla="*/ 0 h 6399152"/>
              <a:gd name="connsiteX1" fmla="*/ 4147926 w 4147926"/>
              <a:gd name="connsiteY1" fmla="*/ 0 h 6399152"/>
              <a:gd name="connsiteX2" fmla="*/ 4147926 w 4147926"/>
              <a:gd name="connsiteY2" fmla="*/ 5795922 h 6399152"/>
              <a:gd name="connsiteX3" fmla="*/ 3544696 w 4147926"/>
              <a:gd name="connsiteY3" fmla="*/ 6399152 h 6399152"/>
              <a:gd name="connsiteX4" fmla="*/ 0 w 4147926"/>
              <a:gd name="connsiteY4" fmla="*/ 6399152 h 639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47926" h="6399152">
                <a:moveTo>
                  <a:pt x="0" y="0"/>
                </a:moveTo>
                <a:lnTo>
                  <a:pt x="4147926" y="0"/>
                </a:lnTo>
                <a:lnTo>
                  <a:pt x="4147926" y="5795922"/>
                </a:lnTo>
                <a:cubicBezTo>
                  <a:pt x="4147926" y="6129077"/>
                  <a:pt x="3877851" y="6399152"/>
                  <a:pt x="3544696" y="6399152"/>
                </a:cubicBezTo>
                <a:lnTo>
                  <a:pt x="0" y="6399152"/>
                </a:ln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endParaRPr lang="en-US" dirty="0"/>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820076" y="1380744"/>
            <a:ext cx="6766560" cy="49834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fld id="{B337EAFE-6A88-4B1F-9ABC-CA3CFB830DD6}" type="datetime1">
              <a:rPr lang="en-US" smtClean="0"/>
              <a:t>4/12/2026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30600748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itle, Content Photo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9768" y="320040"/>
            <a:ext cx="6858000" cy="932688"/>
          </a:xfrm>
        </p:spPr>
        <p:txBody>
          <a:bodyPr anchor="b"/>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429768" y="1380744"/>
            <a:ext cx="6858000" cy="49834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3">
            <a:extLst>
              <a:ext uri="{FF2B5EF4-FFF2-40B4-BE49-F238E27FC236}">
                <a16:creationId xmlns:a16="http://schemas.microsoft.com/office/drawing/2014/main" id="{22444857-0BC3-ACAE-DBB1-5D530AA35ED8}"/>
              </a:ext>
            </a:extLst>
          </p:cNvPr>
          <p:cNvSpPr>
            <a:spLocks noGrp="1"/>
          </p:cNvSpPr>
          <p:nvPr>
            <p:ph type="pic" sz="quarter" idx="15"/>
          </p:nvPr>
        </p:nvSpPr>
        <p:spPr>
          <a:xfrm>
            <a:off x="8046768" y="0"/>
            <a:ext cx="4145232" cy="6399152"/>
          </a:xfrm>
          <a:custGeom>
            <a:avLst/>
            <a:gdLst>
              <a:gd name="connsiteX0" fmla="*/ 0 w 4145232"/>
              <a:gd name="connsiteY0" fmla="*/ 0 h 6399152"/>
              <a:gd name="connsiteX1" fmla="*/ 4145232 w 4145232"/>
              <a:gd name="connsiteY1" fmla="*/ 0 h 6399152"/>
              <a:gd name="connsiteX2" fmla="*/ 4145232 w 4145232"/>
              <a:gd name="connsiteY2" fmla="*/ 6399152 h 6399152"/>
              <a:gd name="connsiteX3" fmla="*/ 603230 w 4145232"/>
              <a:gd name="connsiteY3" fmla="*/ 6399152 h 6399152"/>
              <a:gd name="connsiteX4" fmla="*/ 0 w 4145232"/>
              <a:gd name="connsiteY4" fmla="*/ 5795922 h 639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45232" h="6399152">
                <a:moveTo>
                  <a:pt x="0" y="0"/>
                </a:moveTo>
                <a:lnTo>
                  <a:pt x="4145232" y="0"/>
                </a:lnTo>
                <a:lnTo>
                  <a:pt x="4145232" y="6399152"/>
                </a:lnTo>
                <a:lnTo>
                  <a:pt x="603230" y="6399152"/>
                </a:lnTo>
                <a:cubicBezTo>
                  <a:pt x="270075" y="6399152"/>
                  <a:pt x="0" y="6129077"/>
                  <a:pt x="0" y="5795922"/>
                </a:cubicBez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9EF70683-5F2F-44F3-8B59-45258C4FD45A}" type="datetime1">
              <a:rPr lang="en-US" smtClean="0"/>
              <a:t>4/12/2026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effectLst/>
              </a:defRPr>
            </a:lvl1p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effectLst/>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882946111"/>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itle, Content Photo 1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9768" y="548639"/>
            <a:ext cx="4855464" cy="1453896"/>
          </a:xfrm>
        </p:spPr>
        <p:txBody>
          <a:bodyPr anchor="t"/>
          <a:lstStyle/>
          <a:p>
            <a:r>
              <a:rPr lang="en-US"/>
              <a:t>Click to edit Master title style</a:t>
            </a:r>
          </a:p>
        </p:txBody>
      </p:sp>
      <p:sp>
        <p:nvSpPr>
          <p:cNvPr id="11" name="Picture Placeholder 8">
            <a:extLst>
              <a:ext uri="{FF2B5EF4-FFF2-40B4-BE49-F238E27FC236}">
                <a16:creationId xmlns:a16="http://schemas.microsoft.com/office/drawing/2014/main" id="{C202BC3A-8633-9F03-1586-99447DA1CFF3}"/>
              </a:ext>
            </a:extLst>
          </p:cNvPr>
          <p:cNvSpPr>
            <a:spLocks noGrp="1"/>
          </p:cNvSpPr>
          <p:nvPr>
            <p:ph type="pic" sz="quarter" idx="15"/>
          </p:nvPr>
        </p:nvSpPr>
        <p:spPr>
          <a:xfrm>
            <a:off x="0" y="2293496"/>
            <a:ext cx="5285232" cy="4564504"/>
          </a:xfrm>
          <a:custGeom>
            <a:avLst/>
            <a:gdLst>
              <a:gd name="connsiteX0" fmla="*/ 0 w 5285232"/>
              <a:gd name="connsiteY0" fmla="*/ 0 h 4564504"/>
              <a:gd name="connsiteX1" fmla="*/ 4706792 w 5285232"/>
              <a:gd name="connsiteY1" fmla="*/ 0 h 4564504"/>
              <a:gd name="connsiteX2" fmla="*/ 5285232 w 5285232"/>
              <a:gd name="connsiteY2" fmla="*/ 578440 h 4564504"/>
              <a:gd name="connsiteX3" fmla="*/ 5285232 w 5285232"/>
              <a:gd name="connsiteY3" fmla="*/ 4564504 h 4564504"/>
              <a:gd name="connsiteX4" fmla="*/ 0 w 5285232"/>
              <a:gd name="connsiteY4" fmla="*/ 4564504 h 45645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85232" h="4564504">
                <a:moveTo>
                  <a:pt x="0" y="0"/>
                </a:moveTo>
                <a:lnTo>
                  <a:pt x="4706792" y="0"/>
                </a:lnTo>
                <a:cubicBezTo>
                  <a:pt x="5026256" y="0"/>
                  <a:pt x="5285232" y="258976"/>
                  <a:pt x="5285232" y="578440"/>
                </a:cubicBezTo>
                <a:lnTo>
                  <a:pt x="5285232" y="4564504"/>
                </a:lnTo>
                <a:lnTo>
                  <a:pt x="0" y="4564504"/>
                </a:ln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endParaRPr lang="en-US" dirty="0"/>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6096000" y="549275"/>
            <a:ext cx="5585925" cy="57832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6096000" y="6492240"/>
            <a:ext cx="2651760" cy="338328"/>
          </a:xfrm>
        </p:spPr>
        <p:txBody>
          <a:bodyPr/>
          <a:lstStyle/>
          <a:p>
            <a:fld id="{813EDC87-0EBE-4D2E-8804-E5F0EDA0B797}" type="datetime1">
              <a:rPr lang="en-US" smtClean="0"/>
              <a:t>4/12/2026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77454394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itle, Content Photo 1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9768" y="550218"/>
            <a:ext cx="3827439" cy="1453896"/>
          </a:xfrm>
        </p:spPr>
        <p:txBody>
          <a:bodyPr anchor="t">
            <a:normAutofit/>
          </a:bodyPr>
          <a:lstStyle>
            <a:lvl1pPr>
              <a:defRPr sz="3200"/>
            </a:lvl1pPr>
          </a:lstStyle>
          <a:p>
            <a:r>
              <a:rPr lang="en-US"/>
              <a:t>Click to edit Master title style</a:t>
            </a:r>
          </a:p>
        </p:txBody>
      </p:sp>
      <p:sp>
        <p:nvSpPr>
          <p:cNvPr id="10" name="Picture Placeholder 8">
            <a:extLst>
              <a:ext uri="{FF2B5EF4-FFF2-40B4-BE49-F238E27FC236}">
                <a16:creationId xmlns:a16="http://schemas.microsoft.com/office/drawing/2014/main" id="{E211327B-3880-6494-1C8F-EEE1BF913B81}"/>
              </a:ext>
            </a:extLst>
          </p:cNvPr>
          <p:cNvSpPr>
            <a:spLocks noGrp="1"/>
          </p:cNvSpPr>
          <p:nvPr>
            <p:ph type="pic" sz="quarter" idx="15"/>
          </p:nvPr>
        </p:nvSpPr>
        <p:spPr>
          <a:xfrm>
            <a:off x="0" y="2293494"/>
            <a:ext cx="4176819" cy="4564506"/>
          </a:xfrm>
          <a:custGeom>
            <a:avLst/>
            <a:gdLst>
              <a:gd name="connsiteX0" fmla="*/ 0 w 4176819"/>
              <a:gd name="connsiteY0" fmla="*/ 0 h 4564506"/>
              <a:gd name="connsiteX1" fmla="*/ 3598379 w 4176819"/>
              <a:gd name="connsiteY1" fmla="*/ 0 h 4564506"/>
              <a:gd name="connsiteX2" fmla="*/ 4176819 w 4176819"/>
              <a:gd name="connsiteY2" fmla="*/ 578440 h 4564506"/>
              <a:gd name="connsiteX3" fmla="*/ 4176819 w 4176819"/>
              <a:gd name="connsiteY3" fmla="*/ 4564506 h 4564506"/>
              <a:gd name="connsiteX4" fmla="*/ 0 w 4176819"/>
              <a:gd name="connsiteY4" fmla="*/ 4564506 h 45645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76819" h="4564506">
                <a:moveTo>
                  <a:pt x="0" y="0"/>
                </a:moveTo>
                <a:lnTo>
                  <a:pt x="3598379" y="0"/>
                </a:lnTo>
                <a:cubicBezTo>
                  <a:pt x="3917843" y="0"/>
                  <a:pt x="4176819" y="258976"/>
                  <a:pt x="4176819" y="578440"/>
                </a:cubicBezTo>
                <a:lnTo>
                  <a:pt x="4176819" y="4564506"/>
                </a:lnTo>
                <a:lnTo>
                  <a:pt x="0" y="4564506"/>
                </a:ln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endParaRPr lang="en-US" dirty="0"/>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5120787" y="549275"/>
            <a:ext cx="6561138" cy="578815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5115073" y="6492240"/>
            <a:ext cx="2843784" cy="338328"/>
          </a:xfrm>
        </p:spPr>
        <p:txBody>
          <a:bodyPr/>
          <a:lstStyle/>
          <a:p>
            <a:fld id="{51CF56A9-FD41-47F4-80A0-DA74EEEC2541}" type="datetime1">
              <a:rPr lang="en-US" smtClean="0"/>
              <a:t>4/12/2026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79820210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Big Number">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5B8561-D435-07DE-2456-79994CDFB83C}"/>
              </a:ext>
            </a:extLst>
          </p:cNvPr>
          <p:cNvSpPr>
            <a:spLocks noGrp="1"/>
          </p:cNvSpPr>
          <p:nvPr>
            <p:ph type="title" hasCustomPrompt="1"/>
          </p:nvPr>
        </p:nvSpPr>
        <p:spPr>
          <a:xfrm>
            <a:off x="493776" y="603504"/>
            <a:ext cx="11201400" cy="4206240"/>
          </a:xfrm>
        </p:spPr>
        <p:txBody>
          <a:bodyPr>
            <a:normAutofit/>
          </a:bodyPr>
          <a:lstStyle>
            <a:lvl1pPr algn="ctr">
              <a:defRPr sz="27800"/>
            </a:lvl1pPr>
          </a:lstStyle>
          <a:p>
            <a:r>
              <a:rPr lang="en-US"/>
              <a:t>##%</a:t>
            </a:r>
          </a:p>
        </p:txBody>
      </p:sp>
      <p:sp>
        <p:nvSpPr>
          <p:cNvPr id="3" name="Date Placeholder 2">
            <a:extLst>
              <a:ext uri="{FF2B5EF4-FFF2-40B4-BE49-F238E27FC236}">
                <a16:creationId xmlns:a16="http://schemas.microsoft.com/office/drawing/2014/main" id="{615DF3EE-4BB8-4215-E053-BF3ED1BB9F97}"/>
              </a:ext>
            </a:extLst>
          </p:cNvPr>
          <p:cNvSpPr>
            <a:spLocks noGrp="1"/>
          </p:cNvSpPr>
          <p:nvPr>
            <p:ph type="dt" sz="half" idx="10"/>
          </p:nvPr>
        </p:nvSpPr>
        <p:spPr/>
        <p:txBody>
          <a:bodyPr/>
          <a:lstStyle/>
          <a:p>
            <a:fld id="{A4CBD270-9BF1-4C68-A7FA-BA016D8BB959}" type="datetime1">
              <a:rPr lang="en-US" smtClean="0"/>
              <a:t>4/12/2026</a:t>
            </a:fld>
            <a:endParaRPr lang="en-US" dirty="0"/>
          </a:p>
        </p:txBody>
      </p:sp>
      <p:sp>
        <p:nvSpPr>
          <p:cNvPr id="4" name="Footer Placeholder 3">
            <a:extLst>
              <a:ext uri="{FF2B5EF4-FFF2-40B4-BE49-F238E27FC236}">
                <a16:creationId xmlns:a16="http://schemas.microsoft.com/office/drawing/2014/main" id="{943AE6E7-0083-439C-3FBC-ADE4BE86C1A4}"/>
              </a:ext>
            </a:extLst>
          </p:cNvPr>
          <p:cNvSpPr>
            <a:spLocks noGrp="1"/>
          </p:cNvSpPr>
          <p:nvPr>
            <p:ph type="ftr" sz="quarter" idx="11"/>
          </p:nvPr>
        </p:nvSpPr>
        <p:spPr/>
        <p:txBody>
          <a:bodyPr/>
          <a:lstStyle/>
          <a:p>
            <a:r>
              <a:rPr lang="en-US" dirty="0"/>
              <a:t>Sample Footer Text</a:t>
            </a:r>
          </a:p>
        </p:txBody>
      </p:sp>
      <p:sp>
        <p:nvSpPr>
          <p:cNvPr id="5" name="Slide Number Placeholder 4">
            <a:extLst>
              <a:ext uri="{FF2B5EF4-FFF2-40B4-BE49-F238E27FC236}">
                <a16:creationId xmlns:a16="http://schemas.microsoft.com/office/drawing/2014/main" id="{2AF27A3B-009A-1790-7D93-9A1F6351D8BE}"/>
              </a:ext>
            </a:extLst>
          </p:cNvPr>
          <p:cNvSpPr>
            <a:spLocks noGrp="1"/>
          </p:cNvSpPr>
          <p:nvPr>
            <p:ph type="sldNum" sz="quarter" idx="12"/>
          </p:nvPr>
        </p:nvSpPr>
        <p:spPr/>
        <p:txBody>
          <a:bodyPr/>
          <a:lstStyle/>
          <a:p>
            <a:fld id="{CC057153-B650-4DEB-B370-79DDCFDCE934}" type="slidenum">
              <a:rPr lang="en-US" smtClean="0"/>
              <a:pPr/>
              <a:t>‹#›</a:t>
            </a:fld>
            <a:endParaRPr lang="en-US" dirty="0"/>
          </a:p>
        </p:txBody>
      </p:sp>
      <p:sp>
        <p:nvSpPr>
          <p:cNvPr id="7" name="Content Placeholder 6">
            <a:extLst>
              <a:ext uri="{FF2B5EF4-FFF2-40B4-BE49-F238E27FC236}">
                <a16:creationId xmlns:a16="http://schemas.microsoft.com/office/drawing/2014/main" id="{A42AC33E-6837-F850-DF64-4475DAA059EE}"/>
              </a:ext>
            </a:extLst>
          </p:cNvPr>
          <p:cNvSpPr>
            <a:spLocks noGrp="1"/>
          </p:cNvSpPr>
          <p:nvPr>
            <p:ph sz="quarter" idx="13"/>
          </p:nvPr>
        </p:nvSpPr>
        <p:spPr>
          <a:xfrm>
            <a:off x="1389888" y="4809744"/>
            <a:ext cx="9345168" cy="1225296"/>
          </a:xfrm>
        </p:spPr>
        <p:txBody>
          <a:bodyPr>
            <a:normAutofit/>
          </a:bodyPr>
          <a:lstStyle>
            <a:lvl1pPr marL="0" indent="0" algn="ctr">
              <a:buNone/>
              <a:defRPr sz="2800" cap="all" baseline="0"/>
            </a:lvl1pPr>
            <a:lvl2pPr marL="228600" indent="0" algn="ctr">
              <a:buNone/>
              <a:defRPr sz="2400" cap="all" baseline="0"/>
            </a:lvl2pPr>
            <a:lvl3pPr marL="457200" indent="0" algn="ctr">
              <a:buNone/>
              <a:defRPr sz="2000" cap="all" baseline="0"/>
            </a:lvl3pPr>
            <a:lvl4pPr marL="685800" indent="0" algn="ctr">
              <a:buNone/>
              <a:defRPr sz="1800" cap="all" baseline="0"/>
            </a:lvl4pPr>
            <a:lvl5pPr marL="914400" indent="0" algn="ctr">
              <a:buNone/>
              <a:defRPr sz="1600" cap="all" baseline="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745311649"/>
      </p:ext>
    </p:extLst>
  </p:cSld>
  <p:clrMapOvr>
    <a:overrideClrMapping bg1="lt1" tx1="dk1" bg2="lt2" tx2="dk2" accent1="accent1" accent2="accent2" accent3="accent3" accent4="accent4" accent5="accent5" accent6="accent6" hlink="hlink" folHlink="folHlink"/>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Big Number 2">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5B8561-D435-07DE-2456-79994CDFB83C}"/>
              </a:ext>
            </a:extLst>
          </p:cNvPr>
          <p:cNvSpPr>
            <a:spLocks noGrp="1"/>
          </p:cNvSpPr>
          <p:nvPr>
            <p:ph type="title" hasCustomPrompt="1"/>
          </p:nvPr>
        </p:nvSpPr>
        <p:spPr>
          <a:xfrm>
            <a:off x="539496" y="420624"/>
            <a:ext cx="11100816" cy="4334256"/>
          </a:xfrm>
        </p:spPr>
        <p:txBody>
          <a:bodyPr>
            <a:normAutofit/>
          </a:bodyPr>
          <a:lstStyle>
            <a:lvl1pPr algn="l">
              <a:defRPr sz="27800">
                <a:solidFill>
                  <a:schemeClr val="tx1"/>
                </a:solidFill>
              </a:defRPr>
            </a:lvl1pPr>
          </a:lstStyle>
          <a:p>
            <a:r>
              <a:rPr lang="en-US"/>
              <a:t>##%</a:t>
            </a:r>
          </a:p>
        </p:txBody>
      </p:sp>
      <p:sp>
        <p:nvSpPr>
          <p:cNvPr id="3" name="Date Placeholder 2">
            <a:extLst>
              <a:ext uri="{FF2B5EF4-FFF2-40B4-BE49-F238E27FC236}">
                <a16:creationId xmlns:a16="http://schemas.microsoft.com/office/drawing/2014/main" id="{615DF3EE-4BB8-4215-E053-BF3ED1BB9F97}"/>
              </a:ext>
            </a:extLst>
          </p:cNvPr>
          <p:cNvSpPr>
            <a:spLocks noGrp="1"/>
          </p:cNvSpPr>
          <p:nvPr>
            <p:ph type="dt" sz="half" idx="10"/>
          </p:nvPr>
        </p:nvSpPr>
        <p:spPr/>
        <p:txBody>
          <a:bodyPr/>
          <a:lstStyle>
            <a:lvl1pPr>
              <a:defRPr>
                <a:solidFill>
                  <a:schemeClr val="tx1"/>
                </a:solidFill>
              </a:defRPr>
            </a:lvl1pPr>
          </a:lstStyle>
          <a:p>
            <a:fld id="{E023AFB7-90A6-428C-A019-BBE6272496B8}" type="datetime1">
              <a:rPr lang="en-US" smtClean="0"/>
              <a:t>4/12/2026</a:t>
            </a:fld>
            <a:endParaRPr lang="en-US" dirty="0"/>
          </a:p>
        </p:txBody>
      </p:sp>
      <p:sp>
        <p:nvSpPr>
          <p:cNvPr id="4" name="Footer Placeholder 3">
            <a:extLst>
              <a:ext uri="{FF2B5EF4-FFF2-40B4-BE49-F238E27FC236}">
                <a16:creationId xmlns:a16="http://schemas.microsoft.com/office/drawing/2014/main" id="{943AE6E7-0083-439C-3FBC-ADE4BE86C1A4}"/>
              </a:ext>
            </a:extLst>
          </p:cNvPr>
          <p:cNvSpPr>
            <a:spLocks noGrp="1"/>
          </p:cNvSpPr>
          <p:nvPr>
            <p:ph type="ftr" sz="quarter" idx="11"/>
          </p:nvPr>
        </p:nvSpPr>
        <p:spPr/>
        <p:txBody>
          <a:bodyPr/>
          <a:lstStyle>
            <a:lvl1pPr>
              <a:defRPr>
                <a:solidFill>
                  <a:schemeClr val="tx1"/>
                </a:solidFill>
              </a:defRPr>
            </a:lvl1pPr>
          </a:lstStyle>
          <a:p>
            <a:r>
              <a:rPr lang="en-US" dirty="0"/>
              <a:t>Sample Footer Text</a:t>
            </a:r>
          </a:p>
        </p:txBody>
      </p:sp>
      <p:sp>
        <p:nvSpPr>
          <p:cNvPr id="5" name="Slide Number Placeholder 4">
            <a:extLst>
              <a:ext uri="{FF2B5EF4-FFF2-40B4-BE49-F238E27FC236}">
                <a16:creationId xmlns:a16="http://schemas.microsoft.com/office/drawing/2014/main" id="{2AF27A3B-009A-1790-7D93-9A1F6351D8BE}"/>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sp>
        <p:nvSpPr>
          <p:cNvPr id="7" name="Content Placeholder 6">
            <a:extLst>
              <a:ext uri="{FF2B5EF4-FFF2-40B4-BE49-F238E27FC236}">
                <a16:creationId xmlns:a16="http://schemas.microsoft.com/office/drawing/2014/main" id="{A42AC33E-6837-F850-DF64-4475DAA059EE}"/>
              </a:ext>
            </a:extLst>
          </p:cNvPr>
          <p:cNvSpPr>
            <a:spLocks noGrp="1"/>
          </p:cNvSpPr>
          <p:nvPr>
            <p:ph sz="quarter" idx="13" hasCustomPrompt="1"/>
          </p:nvPr>
        </p:nvSpPr>
        <p:spPr>
          <a:xfrm>
            <a:off x="621792" y="4873752"/>
            <a:ext cx="8439912" cy="1490472"/>
          </a:xfrm>
        </p:spPr>
        <p:txBody>
          <a:bodyPr>
            <a:normAutofit/>
          </a:bodyPr>
          <a:lstStyle>
            <a:lvl1pPr marL="0" indent="0" algn="l">
              <a:buNone/>
              <a:defRPr sz="2800" cap="all" baseline="0">
                <a:solidFill>
                  <a:schemeClr val="tx1"/>
                </a:solidFill>
              </a:defRPr>
            </a:lvl1pPr>
            <a:lvl2pPr marL="228600" indent="0" algn="l">
              <a:buNone/>
              <a:defRPr sz="2400" cap="all" baseline="0">
                <a:solidFill>
                  <a:schemeClr val="tx1"/>
                </a:solidFill>
              </a:defRPr>
            </a:lvl2pPr>
            <a:lvl3pPr marL="457200" indent="0" algn="l">
              <a:buNone/>
              <a:defRPr sz="2000" cap="all" baseline="0">
                <a:solidFill>
                  <a:schemeClr val="tx1"/>
                </a:solidFill>
              </a:defRPr>
            </a:lvl3pPr>
            <a:lvl4pPr marL="685800" indent="0" algn="l">
              <a:buNone/>
              <a:defRPr sz="1800" cap="all" baseline="0">
                <a:solidFill>
                  <a:schemeClr val="tx1"/>
                </a:solidFill>
              </a:defRPr>
            </a:lvl4pPr>
            <a:lvl5pPr marL="914400" indent="0" algn="l">
              <a:buNone/>
              <a:defRPr sz="1600" cap="all" baseline="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10447201"/>
      </p:ext>
    </p:extLst>
  </p:cSld>
  <p:clrMapOvr>
    <a:overrideClrMapping bg1="lt1" tx1="dk1" bg2="lt2" tx2="dk2" accent1="accent1" accent2="accent2" accent3="accent3" accent4="accent4" accent5="accent5" accent6="accent6" hlink="hlink" folHlink="folHlink"/>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Big Number 3">
    <p:bg>
      <p:bgRef idx="1001">
        <a:schemeClr val="bg1"/>
      </p:bgRef>
    </p:bg>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3193DB7D-955F-21DF-15DA-4285375617FC}"/>
              </a:ext>
            </a:extLst>
          </p:cNvPr>
          <p:cNvSpPr/>
          <p:nvPr userDrawn="1"/>
        </p:nvSpPr>
        <p:spPr>
          <a:xfrm>
            <a:off x="1" y="4783948"/>
            <a:ext cx="11762231" cy="2074052"/>
          </a:xfrm>
          <a:custGeom>
            <a:avLst/>
            <a:gdLst>
              <a:gd name="connsiteX0" fmla="*/ 0 w 11762231"/>
              <a:gd name="connsiteY0" fmla="*/ 0 h 2074052"/>
              <a:gd name="connsiteX1" fmla="*/ 112775 w 11762231"/>
              <a:gd name="connsiteY1" fmla="*/ 0 h 2074052"/>
              <a:gd name="connsiteX2" fmla="*/ 11102489 w 11762231"/>
              <a:gd name="connsiteY2" fmla="*/ 0 h 2074052"/>
              <a:gd name="connsiteX3" fmla="*/ 11437005 w 11762231"/>
              <a:gd name="connsiteY3" fmla="*/ 0 h 2074052"/>
              <a:gd name="connsiteX4" fmla="*/ 11762231 w 11762231"/>
              <a:gd name="connsiteY4" fmla="*/ 325226 h 2074052"/>
              <a:gd name="connsiteX5" fmla="*/ 11762231 w 11762231"/>
              <a:gd name="connsiteY5" fmla="*/ 2074052 h 2074052"/>
              <a:gd name="connsiteX6" fmla="*/ 11427715 w 11762231"/>
              <a:gd name="connsiteY6" fmla="*/ 2074052 h 2074052"/>
              <a:gd name="connsiteX7" fmla="*/ 112775 w 11762231"/>
              <a:gd name="connsiteY7" fmla="*/ 2074052 h 2074052"/>
              <a:gd name="connsiteX8" fmla="*/ 0 w 11762231"/>
              <a:gd name="connsiteY8" fmla="*/ 2074052 h 20740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762231" h="2074052">
                <a:moveTo>
                  <a:pt x="0" y="0"/>
                </a:moveTo>
                <a:lnTo>
                  <a:pt x="112775" y="0"/>
                </a:lnTo>
                <a:lnTo>
                  <a:pt x="11102489" y="0"/>
                </a:lnTo>
                <a:lnTo>
                  <a:pt x="11437005" y="0"/>
                </a:lnTo>
                <a:cubicBezTo>
                  <a:pt x="11616622" y="0"/>
                  <a:pt x="11762231" y="145609"/>
                  <a:pt x="11762231" y="325226"/>
                </a:cubicBezTo>
                <a:lnTo>
                  <a:pt x="11762231" y="2074052"/>
                </a:lnTo>
                <a:lnTo>
                  <a:pt x="11427715" y="2074052"/>
                </a:lnTo>
                <a:lnTo>
                  <a:pt x="112775" y="2074052"/>
                </a:lnTo>
                <a:lnTo>
                  <a:pt x="0" y="2074052"/>
                </a:lnTo>
                <a:close/>
              </a:path>
            </a:pathLst>
          </a:custGeom>
          <a:solidFill>
            <a:schemeClr val="bg2"/>
          </a:solidFill>
          <a:ln w="2540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0EDE6"/>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0B5B8561-D435-07DE-2456-79994CDFB83C}"/>
              </a:ext>
            </a:extLst>
          </p:cNvPr>
          <p:cNvSpPr>
            <a:spLocks noGrp="1"/>
          </p:cNvSpPr>
          <p:nvPr>
            <p:ph type="title" hasCustomPrompt="1"/>
          </p:nvPr>
        </p:nvSpPr>
        <p:spPr>
          <a:xfrm>
            <a:off x="539496" y="420624"/>
            <a:ext cx="11100816" cy="4334256"/>
          </a:xfrm>
        </p:spPr>
        <p:txBody>
          <a:bodyPr>
            <a:normAutofit/>
          </a:bodyPr>
          <a:lstStyle>
            <a:lvl1pPr algn="l">
              <a:defRPr sz="27800">
                <a:solidFill>
                  <a:schemeClr val="tx1"/>
                </a:solidFill>
              </a:defRPr>
            </a:lvl1pPr>
          </a:lstStyle>
          <a:p>
            <a:r>
              <a:rPr lang="en-US"/>
              <a:t>##%</a:t>
            </a:r>
          </a:p>
        </p:txBody>
      </p:sp>
      <p:sp>
        <p:nvSpPr>
          <p:cNvPr id="3" name="Date Placeholder 2">
            <a:extLst>
              <a:ext uri="{FF2B5EF4-FFF2-40B4-BE49-F238E27FC236}">
                <a16:creationId xmlns:a16="http://schemas.microsoft.com/office/drawing/2014/main" id="{615DF3EE-4BB8-4215-E053-BF3ED1BB9F97}"/>
              </a:ext>
            </a:extLst>
          </p:cNvPr>
          <p:cNvSpPr>
            <a:spLocks noGrp="1"/>
          </p:cNvSpPr>
          <p:nvPr>
            <p:ph type="dt" sz="half" idx="10"/>
          </p:nvPr>
        </p:nvSpPr>
        <p:spPr/>
        <p:txBody>
          <a:bodyPr/>
          <a:lstStyle>
            <a:lvl1pPr>
              <a:defRPr>
                <a:solidFill>
                  <a:schemeClr val="tx1"/>
                </a:solidFill>
              </a:defRPr>
            </a:lvl1pPr>
          </a:lstStyle>
          <a:p>
            <a:fld id="{09E47A9E-7C3C-4663-841E-C89520FA85A3}" type="datetime1">
              <a:rPr lang="en-US" smtClean="0"/>
              <a:t>4/12/2026</a:t>
            </a:fld>
            <a:endParaRPr lang="en-US" dirty="0"/>
          </a:p>
        </p:txBody>
      </p:sp>
      <p:sp>
        <p:nvSpPr>
          <p:cNvPr id="4" name="Footer Placeholder 3">
            <a:extLst>
              <a:ext uri="{FF2B5EF4-FFF2-40B4-BE49-F238E27FC236}">
                <a16:creationId xmlns:a16="http://schemas.microsoft.com/office/drawing/2014/main" id="{943AE6E7-0083-439C-3FBC-ADE4BE86C1A4}"/>
              </a:ext>
            </a:extLst>
          </p:cNvPr>
          <p:cNvSpPr>
            <a:spLocks noGrp="1"/>
          </p:cNvSpPr>
          <p:nvPr>
            <p:ph type="ftr" sz="quarter" idx="11"/>
          </p:nvPr>
        </p:nvSpPr>
        <p:spPr>
          <a:xfrm>
            <a:off x="8430768" y="6492240"/>
            <a:ext cx="2660904" cy="338328"/>
          </a:xfrm>
        </p:spPr>
        <p:txBody>
          <a:bodyPr/>
          <a:lstStyle>
            <a:lvl1pPr>
              <a:defRPr>
                <a:solidFill>
                  <a:schemeClr val="tx1"/>
                </a:solidFill>
              </a:defRPr>
            </a:lvl1pPr>
          </a:lstStyle>
          <a:p>
            <a:r>
              <a:rPr lang="en-US" dirty="0"/>
              <a:t>Sample Footer Text</a:t>
            </a:r>
          </a:p>
        </p:txBody>
      </p:sp>
      <p:sp>
        <p:nvSpPr>
          <p:cNvPr id="5" name="Slide Number Placeholder 4">
            <a:extLst>
              <a:ext uri="{FF2B5EF4-FFF2-40B4-BE49-F238E27FC236}">
                <a16:creationId xmlns:a16="http://schemas.microsoft.com/office/drawing/2014/main" id="{2AF27A3B-009A-1790-7D93-9A1F6351D8BE}"/>
              </a:ext>
            </a:extLst>
          </p:cNvPr>
          <p:cNvSpPr>
            <a:spLocks noGrp="1"/>
          </p:cNvSpPr>
          <p:nvPr>
            <p:ph type="sldNum" sz="quarter" idx="12"/>
          </p:nvPr>
        </p:nvSpPr>
        <p:spPr>
          <a:xfrm>
            <a:off x="11183112" y="6492240"/>
            <a:ext cx="457200" cy="338328"/>
          </a:xfrm>
        </p:spPr>
        <p:txBody>
          <a:bodyPr/>
          <a:lstStyle>
            <a:lvl1pPr>
              <a:defRPr>
                <a:solidFill>
                  <a:schemeClr val="tx1"/>
                </a:solidFill>
              </a:defRPr>
            </a:lvl1pPr>
          </a:lstStyle>
          <a:p>
            <a:fld id="{CC057153-B650-4DEB-B370-79DDCFDCE934}" type="slidenum">
              <a:rPr lang="en-US" smtClean="0"/>
              <a:pPr/>
              <a:t>‹#›</a:t>
            </a:fld>
            <a:endParaRPr lang="en-US" dirty="0"/>
          </a:p>
        </p:txBody>
      </p:sp>
      <p:sp>
        <p:nvSpPr>
          <p:cNvPr id="7" name="Content Placeholder 6">
            <a:extLst>
              <a:ext uri="{FF2B5EF4-FFF2-40B4-BE49-F238E27FC236}">
                <a16:creationId xmlns:a16="http://schemas.microsoft.com/office/drawing/2014/main" id="{A42AC33E-6837-F850-DF64-4475DAA059EE}"/>
              </a:ext>
            </a:extLst>
          </p:cNvPr>
          <p:cNvSpPr>
            <a:spLocks noGrp="1"/>
          </p:cNvSpPr>
          <p:nvPr>
            <p:ph sz="quarter" idx="13" hasCustomPrompt="1"/>
          </p:nvPr>
        </p:nvSpPr>
        <p:spPr>
          <a:xfrm>
            <a:off x="621792" y="4873752"/>
            <a:ext cx="8439912" cy="1589420"/>
          </a:xfrm>
        </p:spPr>
        <p:txBody>
          <a:bodyPr anchor="ctr">
            <a:normAutofit/>
          </a:bodyPr>
          <a:lstStyle>
            <a:lvl1pPr marL="0" indent="0" algn="l">
              <a:buNone/>
              <a:defRPr sz="2800" cap="all" baseline="0">
                <a:solidFill>
                  <a:schemeClr val="tx1"/>
                </a:solidFill>
              </a:defRPr>
            </a:lvl1pPr>
            <a:lvl2pPr marL="228600" indent="0" algn="l">
              <a:buNone/>
              <a:defRPr sz="2400" cap="all" baseline="0">
                <a:solidFill>
                  <a:schemeClr val="tx1"/>
                </a:solidFill>
              </a:defRPr>
            </a:lvl2pPr>
            <a:lvl3pPr marL="457200" indent="0" algn="l">
              <a:buNone/>
              <a:defRPr sz="2000" cap="all" baseline="0">
                <a:solidFill>
                  <a:schemeClr val="tx1"/>
                </a:solidFill>
              </a:defRPr>
            </a:lvl3pPr>
            <a:lvl4pPr marL="685800" indent="0" algn="l">
              <a:buNone/>
              <a:defRPr sz="1800" cap="all" baseline="0">
                <a:solidFill>
                  <a:schemeClr val="tx1"/>
                </a:solidFill>
              </a:defRPr>
            </a:lvl4pPr>
            <a:lvl5pPr marL="914400" indent="0" algn="l">
              <a:buNone/>
              <a:defRPr sz="1600" cap="all" baseline="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0332765"/>
      </p:ext>
    </p:extLst>
  </p:cSld>
  <p:clrMapOvr>
    <a:overrideClrMapping bg1="lt1" tx1="dk1" bg2="lt2" tx2="dk2" accent1="accent1" accent2="accent2" accent3="accent3" accent4="accent4" accent5="accent5" accent6="accent6" hlink="hlink" folHlink="folHlink"/>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Statement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1133856"/>
          </a:xfrm>
        </p:spPr>
        <p:txBody>
          <a:bodyPr/>
          <a:lstStyle/>
          <a:p>
            <a:r>
              <a:rPr lang="en-US"/>
              <a:t>Click to edit Master title style</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42FED8FD-3F8D-425F-9991-7FB6FCCEC5A2}" type="datetime1">
              <a:rPr lang="en-US" smtClean="0"/>
              <a:t>4/12/2026</a:t>
            </a:fld>
            <a:endParaRPr lang="en-US" dirty="0"/>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dirty="0"/>
              <a:t>Sample Footer Text</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CC057153-B650-4DEB-B370-79DDCFDCE934}" type="slidenum">
              <a:rPr lang="en-US" smtClean="0"/>
              <a:pPr/>
              <a:t>‹#›</a:t>
            </a:fld>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12648" y="630936"/>
            <a:ext cx="8266176" cy="5605272"/>
          </a:xfrm>
        </p:spPr>
        <p:txBody>
          <a:bodyPr anchor="ctr">
            <a:normAutofit/>
          </a:bodyPr>
          <a:lstStyle>
            <a:lvl1pPr marL="0" indent="0">
              <a:lnSpc>
                <a:spcPct val="100000"/>
              </a:lnSpc>
              <a:buNone/>
              <a:defRPr sz="5400" b="1"/>
            </a:lvl1pPr>
            <a:lvl2pPr marL="228600" indent="0">
              <a:lnSpc>
                <a:spcPct val="100000"/>
              </a:lnSpc>
              <a:buNone/>
              <a:defRPr sz="4800" b="1"/>
            </a:lvl2pPr>
            <a:lvl3pPr marL="457200" indent="0">
              <a:lnSpc>
                <a:spcPct val="100000"/>
              </a:lnSpc>
              <a:buNone/>
              <a:defRPr sz="4400" b="1"/>
            </a:lvl3pPr>
            <a:lvl4pPr marL="685800" indent="0">
              <a:lnSpc>
                <a:spcPct val="100000"/>
              </a:lnSpc>
              <a:buNone/>
              <a:defRPr sz="4000" b="1"/>
            </a:lvl4pPr>
            <a:lvl5pPr marL="914400" indent="0">
              <a:lnSpc>
                <a:spcPct val="100000"/>
              </a:lnSpc>
              <a:buNone/>
              <a:defRPr sz="3600" b="1"/>
            </a:lvl5pPr>
          </a:lstStyle>
          <a:p>
            <a:pPr lvl="0"/>
            <a:r>
              <a:rPr lang="en-US"/>
              <a:t>Click to edit Statement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95139888"/>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Statement 2">
    <p:spTree>
      <p:nvGrpSpPr>
        <p:cNvPr id="1" name=""/>
        <p:cNvGrpSpPr/>
        <p:nvPr/>
      </p:nvGrpSpPr>
      <p:grpSpPr>
        <a:xfrm>
          <a:off x="0" y="0"/>
          <a:ext cx="0" cy="0"/>
          <a:chOff x="0" y="0"/>
          <a:chExt cx="0" cy="0"/>
        </a:xfrm>
      </p:grpSpPr>
      <p:sp>
        <p:nvSpPr>
          <p:cNvPr id="16" name="Freeform: Shape 15">
            <a:extLst>
              <a:ext uri="{FF2B5EF4-FFF2-40B4-BE49-F238E27FC236}">
                <a16:creationId xmlns:a16="http://schemas.microsoft.com/office/drawing/2014/main" id="{860B29AE-EBEF-71CC-AE38-3B2CD14FCA19}"/>
              </a:ext>
            </a:extLst>
          </p:cNvPr>
          <p:cNvSpPr/>
          <p:nvPr userDrawn="1"/>
        </p:nvSpPr>
        <p:spPr>
          <a:xfrm rot="5400000" flipV="1">
            <a:off x="-2566724" y="2566724"/>
            <a:ext cx="6399213" cy="1265765"/>
          </a:xfrm>
          <a:custGeom>
            <a:avLst/>
            <a:gdLst>
              <a:gd name="connsiteX0" fmla="*/ 0 w 6399213"/>
              <a:gd name="connsiteY0" fmla="*/ 0 h 1265765"/>
              <a:gd name="connsiteX1" fmla="*/ 0 w 6399213"/>
              <a:gd name="connsiteY1" fmla="*/ 1265765 h 1265765"/>
              <a:gd name="connsiteX2" fmla="*/ 5982881 w 6399213"/>
              <a:gd name="connsiteY2" fmla="*/ 1265765 h 1265765"/>
              <a:gd name="connsiteX3" fmla="*/ 6399213 w 6399213"/>
              <a:gd name="connsiteY3" fmla="*/ 849433 h 1265765"/>
              <a:gd name="connsiteX4" fmla="*/ 6399213 w 6399213"/>
              <a:gd name="connsiteY4" fmla="*/ 0 h 12657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399213" h="1265765">
                <a:moveTo>
                  <a:pt x="0" y="0"/>
                </a:moveTo>
                <a:lnTo>
                  <a:pt x="0" y="1265765"/>
                </a:lnTo>
                <a:lnTo>
                  <a:pt x="5982881" y="1265765"/>
                </a:lnTo>
                <a:cubicBezTo>
                  <a:pt x="6212815" y="1265765"/>
                  <a:pt x="6399213" y="1079367"/>
                  <a:pt x="6399213" y="849433"/>
                </a:cubicBezTo>
                <a:lnTo>
                  <a:pt x="6399213" y="0"/>
                </a:lnTo>
                <a:close/>
              </a:path>
            </a:pathLst>
          </a:custGeom>
          <a:solidFill>
            <a:schemeClr val="bg2"/>
          </a:solidFill>
          <a:ln w="2540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0EDE6"/>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1133856"/>
          </a:xfrm>
        </p:spPr>
        <p:txBody>
          <a:bodyPr/>
          <a:lstStyle/>
          <a:p>
            <a:r>
              <a:rPr lang="en-US"/>
              <a:t>Click to edit Master title style</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5BD6B3E3-A05B-4311-9C9A-DA8A512CAB97}" type="datetime1">
              <a:rPr lang="en-US" smtClean="0"/>
              <a:t>4/12/2026</a:t>
            </a:fld>
            <a:endParaRPr lang="en-US" dirty="0"/>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dirty="0"/>
              <a:t>Sample Footer Text</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CC057153-B650-4DEB-B370-79DDCFDCE934}" type="slidenum">
              <a:rPr lang="en-US" smtClean="0"/>
              <a:pPr/>
              <a:t>‹#›</a:t>
            </a:fld>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798217" y="630935"/>
            <a:ext cx="8266176" cy="5605272"/>
          </a:xfrm>
        </p:spPr>
        <p:txBody>
          <a:bodyPr anchor="ctr">
            <a:normAutofit/>
          </a:bodyPr>
          <a:lstStyle>
            <a:lvl1pPr marL="0" indent="0">
              <a:lnSpc>
                <a:spcPct val="100000"/>
              </a:lnSpc>
              <a:buNone/>
              <a:defRPr sz="5400" b="1"/>
            </a:lvl1pPr>
            <a:lvl2pPr marL="228600" indent="0">
              <a:lnSpc>
                <a:spcPct val="100000"/>
              </a:lnSpc>
              <a:buNone/>
              <a:defRPr sz="4800" b="1"/>
            </a:lvl2pPr>
            <a:lvl3pPr marL="457200" indent="0">
              <a:lnSpc>
                <a:spcPct val="100000"/>
              </a:lnSpc>
              <a:buNone/>
              <a:defRPr sz="4400" b="1"/>
            </a:lvl3pPr>
            <a:lvl4pPr marL="685800" indent="0">
              <a:lnSpc>
                <a:spcPct val="100000"/>
              </a:lnSpc>
              <a:buNone/>
              <a:defRPr sz="4000" b="1"/>
            </a:lvl4pPr>
            <a:lvl5pPr marL="914400" indent="0">
              <a:lnSpc>
                <a:spcPct val="100000"/>
              </a:lnSpc>
              <a:buNone/>
              <a:defRPr sz="3600" b="1"/>
            </a:lvl5pPr>
          </a:lstStyle>
          <a:p>
            <a:pPr lvl="0"/>
            <a:r>
              <a:rPr lang="en-US"/>
              <a:t>Click to edit Statement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196408266"/>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Statement 3">
    <p:spTree>
      <p:nvGrpSpPr>
        <p:cNvPr id="1" name=""/>
        <p:cNvGrpSpPr/>
        <p:nvPr/>
      </p:nvGrpSpPr>
      <p:grpSpPr>
        <a:xfrm>
          <a:off x="0" y="0"/>
          <a:ext cx="0" cy="0"/>
          <a:chOff x="0" y="0"/>
          <a:chExt cx="0" cy="0"/>
        </a:xfrm>
      </p:grpSpPr>
      <p:sp>
        <p:nvSpPr>
          <p:cNvPr id="12" name="Freeform: Shape 11">
            <a:extLst>
              <a:ext uri="{FF2B5EF4-FFF2-40B4-BE49-F238E27FC236}">
                <a16:creationId xmlns:a16="http://schemas.microsoft.com/office/drawing/2014/main" id="{1CEC059F-651D-D540-DF60-D6361D9C716B}"/>
              </a:ext>
            </a:extLst>
          </p:cNvPr>
          <p:cNvSpPr/>
          <p:nvPr userDrawn="1"/>
        </p:nvSpPr>
        <p:spPr>
          <a:xfrm flipV="1">
            <a:off x="1" y="6099048"/>
            <a:ext cx="10487111" cy="758952"/>
          </a:xfrm>
          <a:custGeom>
            <a:avLst/>
            <a:gdLst>
              <a:gd name="connsiteX0" fmla="*/ 0 w 10487111"/>
              <a:gd name="connsiteY0" fmla="*/ 758952 h 758952"/>
              <a:gd name="connsiteX1" fmla="*/ 10070779 w 10487111"/>
              <a:gd name="connsiteY1" fmla="*/ 758952 h 758952"/>
              <a:gd name="connsiteX2" fmla="*/ 10487111 w 10487111"/>
              <a:gd name="connsiteY2" fmla="*/ 342620 h 758952"/>
              <a:gd name="connsiteX3" fmla="*/ 10487111 w 10487111"/>
              <a:gd name="connsiteY3" fmla="*/ 0 h 758952"/>
              <a:gd name="connsiteX4" fmla="*/ 0 w 10487111"/>
              <a:gd name="connsiteY4" fmla="*/ 0 h 7589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87111" h="758952">
                <a:moveTo>
                  <a:pt x="0" y="758952"/>
                </a:moveTo>
                <a:lnTo>
                  <a:pt x="10070779" y="758952"/>
                </a:lnTo>
                <a:cubicBezTo>
                  <a:pt x="10300713" y="758952"/>
                  <a:pt x="10487111" y="572554"/>
                  <a:pt x="10487111" y="342620"/>
                </a:cubicBezTo>
                <a:lnTo>
                  <a:pt x="10487111" y="0"/>
                </a:lnTo>
                <a:lnTo>
                  <a:pt x="0" y="0"/>
                </a:lnTo>
                <a:close/>
              </a:path>
            </a:pathLst>
          </a:custGeom>
          <a:solidFill>
            <a:schemeClr val="bg2"/>
          </a:solidFill>
          <a:ln w="2540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0EDE6"/>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1133856"/>
          </a:xfrm>
        </p:spPr>
        <p:txBody>
          <a:bodyPr/>
          <a:lstStyle/>
          <a:p>
            <a:r>
              <a:rPr lang="en-US"/>
              <a:t>Click to edit Master title style</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FAEFBAE2-1C27-41D0-8DBA-D202F753417F}" type="datetime1">
              <a:rPr lang="en-US" smtClean="0"/>
              <a:t>4/12/2026</a:t>
            </a:fld>
            <a:endParaRPr lang="en-US" dirty="0"/>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a:xfrm>
            <a:off x="7068312" y="6492240"/>
            <a:ext cx="2660904" cy="338328"/>
          </a:xfrm>
        </p:spPr>
        <p:txBody>
          <a:bodyPr/>
          <a:lstStyle/>
          <a:p>
            <a:r>
              <a:rPr lang="en-US" dirty="0"/>
              <a:t>Sample Footer Text</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a:xfrm>
            <a:off x="9820656" y="6492240"/>
            <a:ext cx="457200" cy="338328"/>
          </a:xfrm>
        </p:spPr>
        <p:txBody>
          <a:bodyPr/>
          <a:lstStyle/>
          <a:p>
            <a:fld id="{CC057153-B650-4DEB-B370-79DDCFDCE934}" type="slidenum">
              <a:rPr lang="en-US" smtClean="0"/>
              <a:pPr/>
              <a:t>‹#›</a:t>
            </a:fld>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283464" y="1596767"/>
            <a:ext cx="9537192" cy="4142232"/>
          </a:xfrm>
        </p:spPr>
        <p:txBody>
          <a:bodyPr anchor="b">
            <a:normAutofit/>
          </a:bodyPr>
          <a:lstStyle>
            <a:lvl1pPr marL="0" indent="0">
              <a:lnSpc>
                <a:spcPct val="100000"/>
              </a:lnSpc>
              <a:buNone/>
              <a:defRPr sz="6000" b="1"/>
            </a:lvl1pPr>
            <a:lvl2pPr marL="228600" indent="0">
              <a:lnSpc>
                <a:spcPct val="100000"/>
              </a:lnSpc>
              <a:buNone/>
              <a:defRPr sz="5400" b="1"/>
            </a:lvl2pPr>
            <a:lvl3pPr marL="457200" indent="0">
              <a:lnSpc>
                <a:spcPct val="100000"/>
              </a:lnSpc>
              <a:buNone/>
              <a:defRPr sz="4800" b="1"/>
            </a:lvl3pPr>
            <a:lvl4pPr marL="685800" indent="0">
              <a:lnSpc>
                <a:spcPct val="100000"/>
              </a:lnSpc>
              <a:buNone/>
              <a:defRPr sz="4400" b="1"/>
            </a:lvl4pPr>
            <a:lvl5pPr marL="914400" indent="0">
              <a:lnSpc>
                <a:spcPct val="100000"/>
              </a:lnSpc>
              <a:buNone/>
              <a:defRPr sz="4000" b="1"/>
            </a:lvl5pPr>
          </a:lstStyle>
          <a:p>
            <a:pPr lvl="0"/>
            <a:r>
              <a:rPr lang="en-US"/>
              <a:t>Click to edit Statement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64084066"/>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3F0761-EA67-F7D1-62E4-095EADA262F0}"/>
              </a:ext>
            </a:extLst>
          </p:cNvPr>
          <p:cNvSpPr>
            <a:spLocks noGrp="1"/>
          </p:cNvSpPr>
          <p:nvPr>
            <p:ph type="title" hasCustomPrompt="1"/>
          </p:nvPr>
        </p:nvSpPr>
        <p:spPr>
          <a:xfrm>
            <a:off x="1499616" y="1524002"/>
            <a:ext cx="9198864" cy="2871216"/>
          </a:xfrm>
        </p:spPr>
        <p:txBody>
          <a:bodyPr anchor="ctr">
            <a:normAutofit/>
          </a:bodyPr>
          <a:lstStyle>
            <a:lvl1pPr>
              <a:lnSpc>
                <a:spcPct val="110000"/>
              </a:lnSpc>
              <a:defRPr sz="4000" cap="none" baseline="0"/>
            </a:lvl1pPr>
          </a:lstStyle>
          <a:p>
            <a:r>
              <a:rPr lang="en-US"/>
              <a:t>Click to edit Quote</a:t>
            </a:r>
          </a:p>
        </p:txBody>
      </p:sp>
      <p:sp>
        <p:nvSpPr>
          <p:cNvPr id="3" name="Date Placeholder 2">
            <a:extLst>
              <a:ext uri="{FF2B5EF4-FFF2-40B4-BE49-F238E27FC236}">
                <a16:creationId xmlns:a16="http://schemas.microsoft.com/office/drawing/2014/main" id="{49A78CD0-57A9-DB86-E3A3-40628E6D68B7}"/>
              </a:ext>
            </a:extLst>
          </p:cNvPr>
          <p:cNvSpPr>
            <a:spLocks noGrp="1"/>
          </p:cNvSpPr>
          <p:nvPr>
            <p:ph type="dt" sz="half" idx="10"/>
          </p:nvPr>
        </p:nvSpPr>
        <p:spPr/>
        <p:txBody>
          <a:bodyPr/>
          <a:lstStyle/>
          <a:p>
            <a:fld id="{6A453612-8941-41EA-ABBA-F717A06C8346}" type="datetime1">
              <a:rPr lang="en-US" smtClean="0"/>
              <a:t>4/12/2026</a:t>
            </a:fld>
            <a:endParaRPr lang="en-US" dirty="0"/>
          </a:p>
        </p:txBody>
      </p:sp>
      <p:sp>
        <p:nvSpPr>
          <p:cNvPr id="4" name="Footer Placeholder 3">
            <a:extLst>
              <a:ext uri="{FF2B5EF4-FFF2-40B4-BE49-F238E27FC236}">
                <a16:creationId xmlns:a16="http://schemas.microsoft.com/office/drawing/2014/main" id="{B54C2DF4-76B6-1299-74E1-66F403C01A3C}"/>
              </a:ext>
            </a:extLst>
          </p:cNvPr>
          <p:cNvSpPr>
            <a:spLocks noGrp="1"/>
          </p:cNvSpPr>
          <p:nvPr>
            <p:ph type="ftr" sz="quarter" idx="11"/>
          </p:nvPr>
        </p:nvSpPr>
        <p:spPr/>
        <p:txBody>
          <a:bodyPr/>
          <a:lstStyle/>
          <a:p>
            <a:r>
              <a:rPr lang="en-US" dirty="0"/>
              <a:t>Sample Footer Text</a:t>
            </a:r>
          </a:p>
        </p:txBody>
      </p:sp>
      <p:sp>
        <p:nvSpPr>
          <p:cNvPr id="5" name="Slide Number Placeholder 4">
            <a:extLst>
              <a:ext uri="{FF2B5EF4-FFF2-40B4-BE49-F238E27FC236}">
                <a16:creationId xmlns:a16="http://schemas.microsoft.com/office/drawing/2014/main" id="{2535CA15-3DFE-125B-C658-77179EDEA2F0}"/>
              </a:ext>
            </a:extLst>
          </p:cNvPr>
          <p:cNvSpPr>
            <a:spLocks noGrp="1"/>
          </p:cNvSpPr>
          <p:nvPr>
            <p:ph type="sldNum" sz="quarter" idx="12"/>
          </p:nvPr>
        </p:nvSpPr>
        <p:spPr/>
        <p:txBody>
          <a:bodyPr/>
          <a:lstStyle/>
          <a:p>
            <a:fld id="{CC057153-B650-4DEB-B370-79DDCFDCE934}" type="slidenum">
              <a:rPr lang="en-US" smtClean="0"/>
              <a:pPr/>
              <a:t>‹#›</a:t>
            </a:fld>
            <a:endParaRPr lang="en-US" dirty="0"/>
          </a:p>
        </p:txBody>
      </p:sp>
      <p:sp>
        <p:nvSpPr>
          <p:cNvPr id="7" name="Content Placeholder 6">
            <a:extLst>
              <a:ext uri="{FF2B5EF4-FFF2-40B4-BE49-F238E27FC236}">
                <a16:creationId xmlns:a16="http://schemas.microsoft.com/office/drawing/2014/main" id="{E5FAB025-061F-4B04-451A-37E42755863E}"/>
              </a:ext>
            </a:extLst>
          </p:cNvPr>
          <p:cNvSpPr>
            <a:spLocks noGrp="1"/>
          </p:cNvSpPr>
          <p:nvPr>
            <p:ph sz="quarter" idx="13" hasCustomPrompt="1"/>
          </p:nvPr>
        </p:nvSpPr>
        <p:spPr>
          <a:xfrm>
            <a:off x="1499616" y="5376672"/>
            <a:ext cx="9198864" cy="466344"/>
          </a:xfrm>
        </p:spPr>
        <p:txBody>
          <a:bodyPr>
            <a:normAutofit/>
          </a:bodyPr>
          <a:lstStyle>
            <a:lvl1pPr marL="0" indent="0">
              <a:buNone/>
              <a:defRPr sz="2200" b="1" cap="all" baseline="0">
                <a:solidFill>
                  <a:schemeClr val="accent1"/>
                </a:solidFill>
              </a:defRPr>
            </a:lvl1pPr>
            <a:lvl2pPr marL="228600" indent="0">
              <a:buNone/>
              <a:defRPr sz="2000" b="1" cap="all" baseline="0">
                <a:solidFill>
                  <a:schemeClr val="accent1"/>
                </a:solidFill>
              </a:defRPr>
            </a:lvl2pPr>
            <a:lvl3pPr marL="457200" indent="0">
              <a:buNone/>
              <a:defRPr sz="1800" b="1" cap="all" baseline="0">
                <a:solidFill>
                  <a:schemeClr val="accent1"/>
                </a:solidFill>
              </a:defRPr>
            </a:lvl3pPr>
            <a:lvl4pPr marL="685800" indent="0">
              <a:buNone/>
              <a:defRPr sz="1600" b="1" cap="all" baseline="0">
                <a:solidFill>
                  <a:schemeClr val="accent1"/>
                </a:solidFill>
              </a:defRPr>
            </a:lvl4pPr>
            <a:lvl5pPr marL="914400" indent="0">
              <a:buNone/>
              <a:defRPr sz="1400" b="1" cap="all" baseline="0">
                <a:solidFill>
                  <a:schemeClr val="accent1"/>
                </a:solidFill>
              </a:defRPr>
            </a:lvl5pPr>
          </a:lstStyle>
          <a:p>
            <a:pPr lvl="0"/>
            <a:r>
              <a:rPr lang="en-US"/>
              <a:t>Quote Author</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017798152"/>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Quote 2">
    <p:spTree>
      <p:nvGrpSpPr>
        <p:cNvPr id="1" name=""/>
        <p:cNvGrpSpPr/>
        <p:nvPr/>
      </p:nvGrpSpPr>
      <p:grpSpPr>
        <a:xfrm>
          <a:off x="0" y="0"/>
          <a:ext cx="0" cy="0"/>
          <a:chOff x="0" y="0"/>
          <a:chExt cx="0" cy="0"/>
        </a:xfrm>
      </p:grpSpPr>
      <p:sp>
        <p:nvSpPr>
          <p:cNvPr id="13" name="Freeform: Shape 12">
            <a:extLst>
              <a:ext uri="{FF2B5EF4-FFF2-40B4-BE49-F238E27FC236}">
                <a16:creationId xmlns:a16="http://schemas.microsoft.com/office/drawing/2014/main" id="{19D41517-889E-CBB7-FD17-C5FECA783B2A}"/>
              </a:ext>
            </a:extLst>
          </p:cNvPr>
          <p:cNvSpPr/>
          <p:nvPr userDrawn="1"/>
        </p:nvSpPr>
        <p:spPr>
          <a:xfrm flipV="1">
            <a:off x="0" y="823828"/>
            <a:ext cx="11385608" cy="6034172"/>
          </a:xfrm>
          <a:custGeom>
            <a:avLst/>
            <a:gdLst>
              <a:gd name="connsiteX0" fmla="*/ 0 w 11385608"/>
              <a:gd name="connsiteY0" fmla="*/ 6034172 h 6034172"/>
              <a:gd name="connsiteX1" fmla="*/ 10969276 w 11385608"/>
              <a:gd name="connsiteY1" fmla="*/ 6034172 h 6034172"/>
              <a:gd name="connsiteX2" fmla="*/ 11385608 w 11385608"/>
              <a:gd name="connsiteY2" fmla="*/ 5617840 h 6034172"/>
              <a:gd name="connsiteX3" fmla="*/ 11385608 w 11385608"/>
              <a:gd name="connsiteY3" fmla="*/ 0 h 6034172"/>
              <a:gd name="connsiteX4" fmla="*/ 0 w 11385608"/>
              <a:gd name="connsiteY4" fmla="*/ 0 h 60341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85608" h="6034172">
                <a:moveTo>
                  <a:pt x="0" y="6034172"/>
                </a:moveTo>
                <a:lnTo>
                  <a:pt x="10969276" y="6034172"/>
                </a:lnTo>
                <a:cubicBezTo>
                  <a:pt x="11199210" y="6034172"/>
                  <a:pt x="11385608" y="5847774"/>
                  <a:pt x="11385608" y="5617840"/>
                </a:cubicBezTo>
                <a:lnTo>
                  <a:pt x="11385608" y="0"/>
                </a:lnTo>
                <a:lnTo>
                  <a:pt x="0" y="0"/>
                </a:lnTo>
                <a:close/>
              </a:path>
            </a:pathLst>
          </a:custGeom>
          <a:solidFill>
            <a:schemeClr val="bg2"/>
          </a:solidFill>
          <a:ln w="2540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0EDE6"/>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823F0761-EA67-F7D1-62E4-095EADA262F0}"/>
              </a:ext>
            </a:extLst>
          </p:cNvPr>
          <p:cNvSpPr>
            <a:spLocks noGrp="1"/>
          </p:cNvSpPr>
          <p:nvPr>
            <p:ph type="title" hasCustomPrompt="1"/>
          </p:nvPr>
        </p:nvSpPr>
        <p:spPr>
          <a:xfrm>
            <a:off x="429768" y="1783080"/>
            <a:ext cx="8499079" cy="2249424"/>
          </a:xfrm>
        </p:spPr>
        <p:txBody>
          <a:bodyPr anchor="t">
            <a:normAutofit/>
          </a:bodyPr>
          <a:lstStyle>
            <a:lvl1pPr>
              <a:lnSpc>
                <a:spcPct val="100000"/>
              </a:lnSpc>
              <a:defRPr sz="3600" cap="none" baseline="0"/>
            </a:lvl1pPr>
          </a:lstStyle>
          <a:p>
            <a:r>
              <a:rPr lang="en-US"/>
              <a:t>Click to edit Quote</a:t>
            </a:r>
          </a:p>
        </p:txBody>
      </p:sp>
      <p:sp>
        <p:nvSpPr>
          <p:cNvPr id="3" name="Date Placeholder 2">
            <a:extLst>
              <a:ext uri="{FF2B5EF4-FFF2-40B4-BE49-F238E27FC236}">
                <a16:creationId xmlns:a16="http://schemas.microsoft.com/office/drawing/2014/main" id="{49A78CD0-57A9-DB86-E3A3-40628E6D68B7}"/>
              </a:ext>
            </a:extLst>
          </p:cNvPr>
          <p:cNvSpPr>
            <a:spLocks noGrp="1"/>
          </p:cNvSpPr>
          <p:nvPr>
            <p:ph type="dt" sz="half" idx="10"/>
          </p:nvPr>
        </p:nvSpPr>
        <p:spPr/>
        <p:txBody>
          <a:bodyPr/>
          <a:lstStyle/>
          <a:p>
            <a:fld id="{73D6CD22-E4B3-48A1-94CA-B89DB574ED80}" type="datetime1">
              <a:rPr lang="en-US" smtClean="0"/>
              <a:t>4/12/2026</a:t>
            </a:fld>
            <a:endParaRPr lang="en-US" dirty="0"/>
          </a:p>
        </p:txBody>
      </p:sp>
      <p:sp>
        <p:nvSpPr>
          <p:cNvPr id="4" name="Footer Placeholder 3">
            <a:extLst>
              <a:ext uri="{FF2B5EF4-FFF2-40B4-BE49-F238E27FC236}">
                <a16:creationId xmlns:a16="http://schemas.microsoft.com/office/drawing/2014/main" id="{B54C2DF4-76B6-1299-74E1-66F403C01A3C}"/>
              </a:ext>
            </a:extLst>
          </p:cNvPr>
          <p:cNvSpPr>
            <a:spLocks noGrp="1"/>
          </p:cNvSpPr>
          <p:nvPr>
            <p:ph type="ftr" sz="quarter" idx="11"/>
          </p:nvPr>
        </p:nvSpPr>
        <p:spPr>
          <a:xfrm>
            <a:off x="8669124" y="6492240"/>
            <a:ext cx="2660904" cy="338328"/>
          </a:xfrm>
        </p:spPr>
        <p:txBody>
          <a:bodyPr/>
          <a:lstStyle/>
          <a:p>
            <a:r>
              <a:rPr lang="en-US" dirty="0"/>
              <a:t>Sample Footer Text</a:t>
            </a:r>
          </a:p>
        </p:txBody>
      </p:sp>
      <p:sp>
        <p:nvSpPr>
          <p:cNvPr id="5" name="Slide Number Placeholder 4">
            <a:extLst>
              <a:ext uri="{FF2B5EF4-FFF2-40B4-BE49-F238E27FC236}">
                <a16:creationId xmlns:a16="http://schemas.microsoft.com/office/drawing/2014/main" id="{2535CA15-3DFE-125B-C658-77179EDEA2F0}"/>
              </a:ext>
            </a:extLst>
          </p:cNvPr>
          <p:cNvSpPr>
            <a:spLocks noGrp="1"/>
          </p:cNvSpPr>
          <p:nvPr>
            <p:ph type="sldNum" sz="quarter" idx="12"/>
          </p:nvPr>
        </p:nvSpPr>
        <p:spPr>
          <a:xfrm>
            <a:off x="11421468" y="6492240"/>
            <a:ext cx="457200" cy="338328"/>
          </a:xfrm>
        </p:spPr>
        <p:txBody>
          <a:bodyPr/>
          <a:lstStyle/>
          <a:p>
            <a:fld id="{CC057153-B650-4DEB-B370-79DDCFDCE934}" type="slidenum">
              <a:rPr lang="en-US" smtClean="0"/>
              <a:pPr/>
              <a:t>‹#›</a:t>
            </a:fld>
            <a:endParaRPr lang="en-US" dirty="0"/>
          </a:p>
        </p:txBody>
      </p:sp>
      <p:sp>
        <p:nvSpPr>
          <p:cNvPr id="7" name="Content Placeholder 6">
            <a:extLst>
              <a:ext uri="{FF2B5EF4-FFF2-40B4-BE49-F238E27FC236}">
                <a16:creationId xmlns:a16="http://schemas.microsoft.com/office/drawing/2014/main" id="{E5FAB025-061F-4B04-451A-37E42755863E}"/>
              </a:ext>
            </a:extLst>
          </p:cNvPr>
          <p:cNvSpPr>
            <a:spLocks noGrp="1"/>
          </p:cNvSpPr>
          <p:nvPr>
            <p:ph sz="quarter" idx="13" hasCustomPrompt="1"/>
          </p:nvPr>
        </p:nvSpPr>
        <p:spPr>
          <a:xfrm>
            <a:off x="429768" y="5120640"/>
            <a:ext cx="5431536" cy="1289304"/>
          </a:xfrm>
        </p:spPr>
        <p:txBody>
          <a:bodyPr vert="horz" lIns="91440" tIns="45720" rIns="91440" bIns="45720" rtlCol="0" anchor="ctr">
            <a:normAutofit/>
          </a:bodyPr>
          <a:lstStyle>
            <a:lvl1pPr marL="0" indent="0">
              <a:buNone/>
              <a:defRPr lang="en-US" b="1" cap="all" baseline="0" dirty="0"/>
            </a:lvl1pPr>
            <a:lvl2pPr marL="228600" indent="0">
              <a:buNone/>
              <a:defRPr lang="en-US" b="1" cap="all" baseline="0" dirty="0"/>
            </a:lvl2pPr>
            <a:lvl3pPr marL="457200" indent="0">
              <a:buNone/>
              <a:defRPr lang="en-US" b="1" cap="all" baseline="0" dirty="0"/>
            </a:lvl3pPr>
            <a:lvl4pPr marL="685800" indent="0">
              <a:buNone/>
              <a:defRPr lang="en-US" b="1" cap="all" baseline="0" dirty="0"/>
            </a:lvl4pPr>
            <a:lvl5pPr marL="914400" indent="0">
              <a:buNone/>
              <a:defRPr lang="en-US" b="1" cap="all" baseline="0" dirty="0"/>
            </a:lvl5pPr>
          </a:lstStyle>
          <a:p>
            <a:pPr lvl="0"/>
            <a:r>
              <a:rPr lang="en-US"/>
              <a:t>Quote Author</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839897466"/>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Conclusion">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29768" y="429768"/>
            <a:ext cx="10890374" cy="1627632"/>
          </a:xfrm>
        </p:spPr>
        <p:txBody>
          <a:bodyPr anchor="t">
            <a:normAutofit/>
          </a:bodyPr>
          <a:lstStyle>
            <a:lvl1pPr>
              <a:defRPr sz="5400"/>
            </a:lvl1pPr>
          </a:lstStyle>
          <a:p>
            <a:r>
              <a:rPr lang="en-US"/>
              <a:t>Click to edit Master title style</a:t>
            </a:r>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429768" y="3264408"/>
            <a:ext cx="10890374" cy="283464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97C38B47-093E-417D-A1C3-81EEF797AC69}" type="datetime1">
              <a:rPr lang="en-US" smtClean="0"/>
              <a:t>4/12/2026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752545257"/>
      </p:ext>
    </p:extLst>
  </p:cSld>
  <p:clrMapOvr>
    <a:overrideClrMapping bg1="lt1" tx1="dk1" bg2="lt2" tx2="dk2" accent1="accent1" accent2="accent2" accent3="accent3" accent4="accent4" accent5="accent5" accent6="accent6" hlink="hlink" folHlink="folHlink"/>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Conclusion 2">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29768" y="1627318"/>
            <a:ext cx="8430768" cy="1842020"/>
          </a:xfrm>
        </p:spPr>
        <p:txBody>
          <a:bodyPr anchor="b">
            <a:normAutofit/>
          </a:bodyPr>
          <a:lstStyle>
            <a:lvl1pPr>
              <a:defRPr sz="6000"/>
            </a:lvl1pPr>
          </a:lstStyle>
          <a:p>
            <a:r>
              <a:rPr lang="en-US"/>
              <a:t>Click to edit Master title style</a:t>
            </a:r>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429768" y="3622673"/>
            <a:ext cx="8430768" cy="1828800"/>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A250925D-4314-49E4-A383-289640FEB5E3}" type="datetime1">
              <a:rPr lang="en-US" smtClean="0"/>
              <a:t>4/12/2026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934109949"/>
      </p:ext>
    </p:extLst>
  </p:cSld>
  <p:clrMapOvr>
    <a:overrideClrMapping bg1="lt1" tx1="dk1" bg2="lt2" tx2="dk2" accent1="accent1" accent2="accent2" accent3="accent3" accent4="accent4" accent5="accent5" accent6="accent6" hlink="hlink" folHlink="folHlink"/>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9767" y="294248"/>
            <a:ext cx="11164825" cy="958480"/>
          </a:xfrm>
        </p:spPr>
        <p:txBody>
          <a:bodyPr/>
          <a:lstStyle/>
          <a:p>
            <a:r>
              <a:rPr lang="en-US"/>
              <a:t>Click to edit Master title style</a:t>
            </a:r>
          </a:p>
        </p:txBody>
      </p:sp>
      <p:sp>
        <p:nvSpPr>
          <p:cNvPr id="9" name="Text Placeholder 8">
            <a:extLst>
              <a:ext uri="{FF2B5EF4-FFF2-40B4-BE49-F238E27FC236}">
                <a16:creationId xmlns:a16="http://schemas.microsoft.com/office/drawing/2014/main" id="{778C515B-8D5A-0268-9044-7B2013C87E02}"/>
              </a:ext>
            </a:extLst>
          </p:cNvPr>
          <p:cNvSpPr>
            <a:spLocks noGrp="1"/>
          </p:cNvSpPr>
          <p:nvPr>
            <p:ph type="body" sz="quarter" idx="13"/>
          </p:nvPr>
        </p:nvSpPr>
        <p:spPr>
          <a:xfrm>
            <a:off x="429767" y="2020825"/>
            <a:ext cx="5212208" cy="428472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10">
            <a:extLst>
              <a:ext uri="{FF2B5EF4-FFF2-40B4-BE49-F238E27FC236}">
                <a16:creationId xmlns:a16="http://schemas.microsoft.com/office/drawing/2014/main" id="{13C7061A-8ED7-8B72-BD2B-2DF67F8C7A75}"/>
              </a:ext>
            </a:extLst>
          </p:cNvPr>
          <p:cNvSpPr>
            <a:spLocks noGrp="1"/>
          </p:cNvSpPr>
          <p:nvPr>
            <p:ph type="body" sz="quarter" idx="14"/>
          </p:nvPr>
        </p:nvSpPr>
        <p:spPr>
          <a:xfrm>
            <a:off x="6381622" y="2020822"/>
            <a:ext cx="5212208" cy="428472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EE2C59E0-667A-459A-BBD1-70DA72C3C576}" type="datetime1">
              <a:rPr lang="en-US" smtClean="0"/>
              <a:t>4/12/2026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307699041"/>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429768" y="276166"/>
            <a:ext cx="11164824" cy="976562"/>
          </a:xfrm>
        </p:spPr>
        <p:txBody>
          <a:bodyPr/>
          <a:lstStyle/>
          <a:p>
            <a:r>
              <a:rPr lang="en-US"/>
              <a:t>Click to edit Master title style</a:t>
            </a:r>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429767" y="1380744"/>
            <a:ext cx="5212080"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1" name="Text Placeholder 10">
            <a:extLst>
              <a:ext uri="{FF2B5EF4-FFF2-40B4-BE49-F238E27FC236}">
                <a16:creationId xmlns:a16="http://schemas.microsoft.com/office/drawing/2014/main" id="{A211279F-0D05-3637-19CD-29468F4DD2F3}"/>
              </a:ext>
            </a:extLst>
          </p:cNvPr>
          <p:cNvSpPr>
            <a:spLocks noGrp="1"/>
          </p:cNvSpPr>
          <p:nvPr>
            <p:ph type="body" sz="quarter" idx="13"/>
          </p:nvPr>
        </p:nvSpPr>
        <p:spPr>
          <a:xfrm>
            <a:off x="430213" y="2021134"/>
            <a:ext cx="5211762" cy="434315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382512" y="1380744"/>
            <a:ext cx="5212080"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3" name="Text Placeholder 12">
            <a:extLst>
              <a:ext uri="{FF2B5EF4-FFF2-40B4-BE49-F238E27FC236}">
                <a16:creationId xmlns:a16="http://schemas.microsoft.com/office/drawing/2014/main" id="{F1B170DE-636A-B1A9-2EAB-C426DBFB3E51}"/>
              </a:ext>
            </a:extLst>
          </p:cNvPr>
          <p:cNvSpPr>
            <a:spLocks noGrp="1"/>
          </p:cNvSpPr>
          <p:nvPr>
            <p:ph type="body" sz="quarter" idx="14"/>
          </p:nvPr>
        </p:nvSpPr>
        <p:spPr>
          <a:xfrm>
            <a:off x="6381750" y="2020888"/>
            <a:ext cx="5213350" cy="4343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706CC00B-2F01-4379-B0FD-8DA094C16FA4}" type="datetime1">
              <a:rPr lang="en-US" smtClean="0"/>
              <a:t>4/12/2026</a:t>
            </a:fld>
            <a:endParaRPr lang="en-US" dirty="0"/>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r>
              <a:rPr lang="en-US" dirty="0"/>
              <a:t>Sample Footer Text</a:t>
            </a:r>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755495922"/>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429768" y="557784"/>
            <a:ext cx="3713996" cy="2212313"/>
          </a:xfrm>
        </p:spPr>
        <p:txBody>
          <a:bodyPr anchor="t">
            <a:normAutofit/>
          </a:bodyPr>
          <a:lstStyle>
            <a:lvl1pPr>
              <a:defRPr sz="3200"/>
            </a:lvl1pPr>
          </a:lstStyle>
          <a:p>
            <a:r>
              <a:rPr lang="en-US"/>
              <a:t>Click to edit Master title style</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429767" y="2826137"/>
            <a:ext cx="3310128" cy="3434638"/>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13" name="Picture Placeholder 8">
            <a:extLst>
              <a:ext uri="{FF2B5EF4-FFF2-40B4-BE49-F238E27FC236}">
                <a16:creationId xmlns:a16="http://schemas.microsoft.com/office/drawing/2014/main" id="{FA23F0E6-EDAF-3A7F-5EC8-F911E9AE48EF}"/>
              </a:ext>
            </a:extLst>
          </p:cNvPr>
          <p:cNvSpPr>
            <a:spLocks noGrp="1"/>
          </p:cNvSpPr>
          <p:nvPr>
            <p:ph type="pic" sz="quarter" idx="13"/>
          </p:nvPr>
        </p:nvSpPr>
        <p:spPr>
          <a:xfrm>
            <a:off x="4502843" y="0"/>
            <a:ext cx="7689157" cy="6399152"/>
          </a:xfrm>
          <a:custGeom>
            <a:avLst/>
            <a:gdLst>
              <a:gd name="connsiteX0" fmla="*/ 0 w 7689157"/>
              <a:gd name="connsiteY0" fmla="*/ 0 h 6399152"/>
              <a:gd name="connsiteX1" fmla="*/ 7689157 w 7689157"/>
              <a:gd name="connsiteY1" fmla="*/ 0 h 6399152"/>
              <a:gd name="connsiteX2" fmla="*/ 7689157 w 7689157"/>
              <a:gd name="connsiteY2" fmla="*/ 6399152 h 6399152"/>
              <a:gd name="connsiteX3" fmla="*/ 578440 w 7689157"/>
              <a:gd name="connsiteY3" fmla="*/ 6399152 h 6399152"/>
              <a:gd name="connsiteX4" fmla="*/ 0 w 7689157"/>
              <a:gd name="connsiteY4" fmla="*/ 5820712 h 639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89157" h="6399152">
                <a:moveTo>
                  <a:pt x="0" y="0"/>
                </a:moveTo>
                <a:lnTo>
                  <a:pt x="7689157" y="0"/>
                </a:lnTo>
                <a:lnTo>
                  <a:pt x="7689157" y="6399152"/>
                </a:lnTo>
                <a:lnTo>
                  <a:pt x="578440" y="6399152"/>
                </a:lnTo>
                <a:cubicBezTo>
                  <a:pt x="258976" y="6399152"/>
                  <a:pt x="0" y="6140176"/>
                  <a:pt x="0" y="5820712"/>
                </a:cubicBez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endParaRPr lang="en-US" dirty="0"/>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p>
            <a:fld id="{5019F103-9E7C-4D5A-827C-0D2D66EE1CD2}" type="datetime1">
              <a:rPr lang="en-US" smtClean="0"/>
              <a:t>4/12/2026</a:t>
            </a:fld>
            <a:endParaRPr lang="en-US" dirty="0"/>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093049739"/>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theme" Target="../theme/theme1.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431173" y="285210"/>
            <a:ext cx="10653578" cy="965101"/>
          </a:xfrm>
          <a:prstGeom prst="rect">
            <a:avLst/>
          </a:prstGeom>
        </p:spPr>
        <p:txBody>
          <a:bodyPr vert="horz" lIns="91440" tIns="45720" rIns="91440" bIns="45720" rtlCol="0" anchor="b">
            <a:normAutofit/>
          </a:bodyPr>
          <a:lstStyle/>
          <a:p>
            <a:r>
              <a:rPr lang="en-US"/>
              <a:t>Click to edit Master title style</a:t>
            </a:r>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431172" y="1384847"/>
            <a:ext cx="10653579" cy="490511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431172" y="6490524"/>
            <a:ext cx="2841959" cy="336141"/>
          </a:xfrm>
          <a:prstGeom prst="rect">
            <a:avLst/>
          </a:prstGeom>
        </p:spPr>
        <p:txBody>
          <a:bodyPr vert="horz" lIns="91440" tIns="45720" rIns="91440" bIns="45720" rtlCol="0" anchor="ctr"/>
          <a:lstStyle>
            <a:lvl1pPr algn="l">
              <a:defRPr sz="800">
                <a:solidFill>
                  <a:schemeClr val="tx1"/>
                </a:solidFill>
              </a:defRPr>
            </a:lvl1pPr>
          </a:lstStyle>
          <a:p>
            <a:fld id="{072E1B28-DB45-4001-B295-7D7933E04419}" type="datetime1">
              <a:rPr lang="en-US" smtClean="0"/>
              <a:t>4/12/2026</a:t>
            </a:fld>
            <a:endParaRPr lang="en-US" dirty="0"/>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8893370" y="6490524"/>
            <a:ext cx="2662834" cy="336141"/>
          </a:xfrm>
          <a:prstGeom prst="rect">
            <a:avLst/>
          </a:prstGeom>
        </p:spPr>
        <p:txBody>
          <a:bodyPr vert="horz" lIns="91440" tIns="45720" rIns="91440" bIns="45720" rtlCol="0" anchor="ctr"/>
          <a:lstStyle>
            <a:lvl1pPr algn="r">
              <a:defRPr sz="800">
                <a:solidFill>
                  <a:schemeClr val="tx1"/>
                </a:solidFill>
              </a:defRPr>
            </a:lvl1pPr>
          </a:lstStyle>
          <a:p>
            <a:r>
              <a:rPr lang="en-US" dirty="0"/>
              <a:t>Sample Footer Text</a:t>
            </a:r>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648431" y="6490524"/>
            <a:ext cx="457200" cy="336141"/>
          </a:xfrm>
          <a:prstGeom prst="rect">
            <a:avLst/>
          </a:prstGeom>
        </p:spPr>
        <p:txBody>
          <a:bodyPr vert="horz" lIns="91440" tIns="45720" rIns="91440" bIns="45720" rtlCol="0" anchor="ctr"/>
          <a:lstStyle>
            <a:lvl1pPr algn="r">
              <a:defRPr sz="800">
                <a:solidFill>
                  <a:schemeClr val="tx1"/>
                </a:solidFill>
              </a:defRPr>
            </a:lvl1pPr>
          </a:lstStyle>
          <a:p>
            <a:fld id="{84C450F2-3BB4-4AE4-8A35-A9D7AEA4C850}" type="slidenum">
              <a:rPr lang="en-US" smtClean="0"/>
              <a:pPr/>
              <a:t>‹#›</a:t>
            </a:fld>
            <a:endParaRPr lang="en-US" dirty="0"/>
          </a:p>
        </p:txBody>
      </p:sp>
    </p:spTree>
    <p:extLst>
      <p:ext uri="{BB962C8B-B14F-4D97-AF65-F5344CB8AC3E}">
        <p14:creationId xmlns:p14="http://schemas.microsoft.com/office/powerpoint/2010/main" val="41737638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Lst>
  <p:hf hdr="0"/>
  <p:txStyles>
    <p:titleStyle>
      <a:lvl1pPr algn="l" defTabSz="914400" rtl="0" eaLnBrk="1" latinLnBrk="0" hangingPunct="1">
        <a:lnSpc>
          <a:spcPct val="90000"/>
        </a:lnSpc>
        <a:spcBef>
          <a:spcPct val="0"/>
        </a:spcBef>
        <a:buNone/>
        <a:defRPr sz="3200" b="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8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2160">
          <p15:clr>
            <a:srgbClr val="F26B43"/>
          </p15:clr>
        </p15:guide>
        <p15:guide id="4" pos="384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2.xml"/><Relationship Id="rId1" Type="http://schemas.openxmlformats.org/officeDocument/2006/relationships/slideLayout" Target="../slideLayouts/slideLayout20.xml"/></Relationships>
</file>

<file path=ppt/slides/_rels/slide3.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3.xml"/><Relationship Id="rId1" Type="http://schemas.openxmlformats.org/officeDocument/2006/relationships/slideLayout" Target="../slideLayouts/slideLayout23.xml"/></Relationships>
</file>

<file path=ppt/slides/_rels/slide4.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4.xml"/><Relationship Id="rId1" Type="http://schemas.openxmlformats.org/officeDocument/2006/relationships/slideLayout" Target="../slideLayouts/slideLayout23.xml"/></Relationships>
</file>

<file path=ppt/slides/_rels/slide5.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5.xml"/><Relationship Id="rId1" Type="http://schemas.openxmlformats.org/officeDocument/2006/relationships/slideLayout" Target="../slideLayouts/slideLayout19.xml"/></Relationships>
</file>

<file path=ppt/slides/_rels/slide6.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6.xml"/><Relationship Id="rId1" Type="http://schemas.openxmlformats.org/officeDocument/2006/relationships/slideLayout" Target="../slideLayouts/slideLayout23.xml"/></Relationships>
</file>

<file path=ppt/slides/_rels/slide7.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7.xml"/><Relationship Id="rId1" Type="http://schemas.openxmlformats.org/officeDocument/2006/relationships/slideLayout" Target="../slideLayouts/slideLayout23.xml"/></Relationships>
</file>

<file path=ppt/slides/_rels/slide8.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8.xml"/><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9.xml"/><Relationship Id="rId1" Type="http://schemas.openxmlformats.org/officeDocument/2006/relationships/slideLayout" Target="../slideLayouts/slideLayout43.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A08825-CC63-734D-2DB2-C5CD8782C65D}"/>
              </a:ext>
            </a:extLst>
          </p:cNvPr>
          <p:cNvSpPr>
            <a:spLocks noGrp="1"/>
          </p:cNvSpPr>
          <p:nvPr>
            <p:ph type="ctrTitle"/>
          </p:nvPr>
        </p:nvSpPr>
        <p:spPr>
          <a:xfrm>
            <a:off x="431172" y="3425399"/>
            <a:ext cx="7685140" cy="2621154"/>
          </a:xfrm>
        </p:spPr>
        <p:txBody>
          <a:bodyPr anchor="b">
            <a:normAutofit/>
          </a:bodyPr>
          <a:lstStyle/>
          <a:p>
            <a:r>
              <a:rPr lang="en-US" sz="4500"/>
              <a:t>Enhancing Observability with CSV Lookup Files in Dynatrace</a:t>
            </a:r>
          </a:p>
        </p:txBody>
      </p:sp>
      <p:sp>
        <p:nvSpPr>
          <p:cNvPr id="3" name="Subtitle 2">
            <a:extLst>
              <a:ext uri="{FF2B5EF4-FFF2-40B4-BE49-F238E27FC236}">
                <a16:creationId xmlns:a16="http://schemas.microsoft.com/office/drawing/2014/main" id="{FF0A4AD0-4CCF-AAEB-E6D6-D7AF6B469FE2}"/>
              </a:ext>
            </a:extLst>
          </p:cNvPr>
          <p:cNvSpPr>
            <a:spLocks noGrp="1"/>
          </p:cNvSpPr>
          <p:nvPr>
            <p:ph type="subTitle" idx="1"/>
          </p:nvPr>
        </p:nvSpPr>
        <p:spPr>
          <a:xfrm>
            <a:off x="431172" y="415057"/>
            <a:ext cx="7685139" cy="1414091"/>
          </a:xfrm>
        </p:spPr>
        <p:txBody>
          <a:bodyPr>
            <a:normAutofit/>
          </a:bodyPr>
          <a:lstStyle/>
          <a:p>
            <a:r>
              <a:rPr lang="en-US"/>
              <a:t>Leveraging CSV files to enrich monitoring data effectively</a:t>
            </a:r>
          </a:p>
        </p:txBody>
      </p:sp>
      <p:sp>
        <p:nvSpPr>
          <p:cNvPr id="4" name="Date Placeholder 3">
            <a:extLst>
              <a:ext uri="{FF2B5EF4-FFF2-40B4-BE49-F238E27FC236}">
                <a16:creationId xmlns:a16="http://schemas.microsoft.com/office/drawing/2014/main" id="{9E81D751-71C3-B91D-FDB7-B982C154C18E}"/>
              </a:ext>
            </a:extLst>
          </p:cNvPr>
          <p:cNvSpPr>
            <a:spLocks noGrp="1"/>
          </p:cNvSpPr>
          <p:nvPr>
            <p:ph type="dt" sz="half" idx="10"/>
          </p:nvPr>
        </p:nvSpPr>
        <p:spPr>
          <a:xfrm>
            <a:off x="431172" y="6490524"/>
            <a:ext cx="2841959" cy="336141"/>
          </a:xfrm>
        </p:spPr>
        <p:txBody>
          <a:bodyPr anchor="ctr">
            <a:normAutofit/>
          </a:bodyPr>
          <a:lstStyle/>
          <a:p>
            <a:pPr>
              <a:spcAft>
                <a:spcPts val="600"/>
              </a:spcAft>
            </a:pPr>
            <a:fld id="{B04EF954-66B1-4168-AF40-97F3DAF43FC4}" type="datetime1">
              <a:rPr lang="en-US" smtClean="0"/>
              <a:pPr>
                <a:spcAft>
                  <a:spcPts val="600"/>
                </a:spcAft>
              </a:pPr>
              <a:t>4/12/2026</a:t>
            </a:fld>
            <a:endParaRPr lang="en-US"/>
          </a:p>
        </p:txBody>
      </p:sp>
      <p:sp>
        <p:nvSpPr>
          <p:cNvPr id="5" name="Footer Placeholder 4">
            <a:extLst>
              <a:ext uri="{FF2B5EF4-FFF2-40B4-BE49-F238E27FC236}">
                <a16:creationId xmlns:a16="http://schemas.microsoft.com/office/drawing/2014/main" id="{97C93919-0AAA-95A5-1DA3-A0A776B2CFBC}"/>
              </a:ext>
            </a:extLst>
          </p:cNvPr>
          <p:cNvSpPr>
            <a:spLocks noGrp="1"/>
          </p:cNvSpPr>
          <p:nvPr>
            <p:ph type="ftr" sz="quarter" idx="11"/>
          </p:nvPr>
        </p:nvSpPr>
        <p:spPr>
          <a:xfrm>
            <a:off x="8893370" y="6490524"/>
            <a:ext cx="2662834" cy="336141"/>
          </a:xfrm>
        </p:spPr>
        <p:txBody>
          <a:bodyPr anchor="ctr">
            <a:normAutofit/>
          </a:bodyPr>
          <a:lstStyle/>
          <a:p>
            <a:pPr>
              <a:spcAft>
                <a:spcPts val="600"/>
              </a:spcAft>
            </a:pPr>
            <a:r>
              <a:rPr lang="en-US"/>
              <a:t>Sample Footer Text</a:t>
            </a:r>
          </a:p>
        </p:txBody>
      </p:sp>
      <p:sp>
        <p:nvSpPr>
          <p:cNvPr id="6" name="Slide Number Placeholder 5">
            <a:extLst>
              <a:ext uri="{FF2B5EF4-FFF2-40B4-BE49-F238E27FC236}">
                <a16:creationId xmlns:a16="http://schemas.microsoft.com/office/drawing/2014/main" id="{F436179E-60DC-C739-EB0E-52A16DADDAA5}"/>
              </a:ext>
            </a:extLst>
          </p:cNvPr>
          <p:cNvSpPr>
            <a:spLocks noGrp="1"/>
          </p:cNvSpPr>
          <p:nvPr>
            <p:ph type="sldNum" sz="quarter" idx="12"/>
          </p:nvPr>
        </p:nvSpPr>
        <p:spPr>
          <a:xfrm>
            <a:off x="11648431" y="6490524"/>
            <a:ext cx="457200" cy="336141"/>
          </a:xfrm>
        </p:spPr>
        <p:txBody>
          <a:bodyPr anchor="ctr">
            <a:normAutofit/>
          </a:bodyPr>
          <a:lstStyle/>
          <a:p>
            <a:pPr>
              <a:spcAft>
                <a:spcPts val="600"/>
              </a:spcAft>
            </a:pPr>
            <a:fld id="{84C450F2-3BB4-4AE4-8A35-A9D7AEA4C850}" type="slidenum">
              <a:rPr lang="en-US" smtClean="0"/>
              <a:pPr>
                <a:spcAft>
                  <a:spcPts val="600"/>
                </a:spcAft>
              </a:pPr>
              <a:t>1</a:t>
            </a:fld>
            <a:endParaRPr lang="en-US"/>
          </a:p>
        </p:txBody>
      </p:sp>
    </p:spTree>
    <p:extLst>
      <p:ext uri="{BB962C8B-B14F-4D97-AF65-F5344CB8AC3E}">
        <p14:creationId xmlns:p14="http://schemas.microsoft.com/office/powerpoint/2010/main" val="11388631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par>
                                <p:cTn id="8" presetID="10" presetClass="entr" presetSubtype="0" fill="hold" grpId="0" nodeType="withEffect">
                                  <p:stCondLst>
                                    <p:cond delay="1000"/>
                                  </p:stCondLst>
                                  <p:iterate type="wd">
                                    <p:tmPct val="15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1000"/>
                                        <p:tgtEl>
                                          <p:spTgt spid="3">
                                            <p:txEl>
                                              <p:pRg st="0" end="0"/>
                                            </p:txEl>
                                          </p:spTgt>
                                        </p:tgtEl>
                                      </p:cBhvr>
                                    </p:animEffect>
                                  </p:childTnLst>
                                </p:cTn>
                              </p:par>
                              <p:par>
                                <p:cTn id="11" presetID="10" presetClass="entr" presetSubtype="0" fill="hold" grpId="1" nodeType="withEffect">
                                  <p:stCondLst>
                                    <p:cond delay="250"/>
                                  </p:stCondLst>
                                  <p:iterate type="wd">
                                    <p:tmPct val="10000"/>
                                  </p:iterate>
                                  <p:childTnLst>
                                    <p:set>
                                      <p:cBhvr>
                                        <p:cTn id="12" dur="1" fill="hold">
                                          <p:stCondLst>
                                            <p:cond delay="0"/>
                                          </p:stCondLst>
                                        </p:cTn>
                                        <p:tgtEl>
                                          <p:spTgt spid="3"/>
                                        </p:tgtEl>
                                        <p:attrNameLst>
                                          <p:attrName>style.visibility</p:attrName>
                                        </p:attrNameLst>
                                      </p:cBhvr>
                                      <p:to>
                                        <p:strVal val="visible"/>
                                      </p:to>
                                    </p:set>
                                    <p:animEffect transition="in" filter="fade">
                                      <p:cBhvr>
                                        <p:cTn id="13"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3" grpId="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5BA210-99D4-FC5E-21DB-CA37917C5C32}"/>
              </a:ext>
            </a:extLst>
          </p:cNvPr>
          <p:cNvSpPr>
            <a:spLocks noGrp="1"/>
          </p:cNvSpPr>
          <p:nvPr>
            <p:ph type="title"/>
          </p:nvPr>
        </p:nvSpPr>
        <p:spPr>
          <a:xfrm>
            <a:off x="8321040" y="603504"/>
            <a:ext cx="3401568" cy="1527048"/>
          </a:xfrm>
        </p:spPr>
        <p:txBody>
          <a:bodyPr vert="horz" lIns="91440" tIns="45720" rIns="91440" bIns="45720" rtlCol="0" anchor="b">
            <a:normAutofit/>
          </a:bodyPr>
          <a:lstStyle/>
          <a:p>
            <a:r>
              <a:rPr lang="en-US" b="0" kern="1200" cap="all" baseline="0">
                <a:latin typeface="+mj-lt"/>
                <a:ea typeface="+mj-ea"/>
                <a:cs typeface="+mj-cs"/>
              </a:rPr>
              <a:t>Introduction to CSV Lookup Files</a:t>
            </a:r>
          </a:p>
        </p:txBody>
      </p:sp>
      <p:pic>
        <p:nvPicPr>
          <p:cNvPr id="7" name="Content Placeholder 6" descr="Modern data center and technology background">
            <a:extLst>
              <a:ext uri="{FF2B5EF4-FFF2-40B4-BE49-F238E27FC236}">
                <a16:creationId xmlns:a16="http://schemas.microsoft.com/office/drawing/2014/main" id="{F2665284-DE6E-4B85-A685-CAD6120CA550}"/>
              </a:ext>
            </a:extLst>
          </p:cNvPr>
          <p:cNvPicPr>
            <a:picLocks noGrp="1" noChangeAspect="1"/>
          </p:cNvPicPr>
          <p:nvPr>
            <p:ph type="pic" sz="quarter" idx="15"/>
          </p:nvPr>
        </p:nvPicPr>
        <p:blipFill>
          <a:blip r:embed="rId3"/>
          <a:srcRect l="18736" r="41076"/>
          <a:stretch>
            <a:fillRect/>
          </a:stretch>
        </p:blipFill>
        <p:spPr>
          <a:xfrm>
            <a:off x="20" y="10"/>
            <a:ext cx="7734280" cy="6399142"/>
          </a:xfrm>
        </p:spPr>
      </p:pic>
      <p:sp>
        <p:nvSpPr>
          <p:cNvPr id="8" name="TextBox 7">
            <a:extLst>
              <a:ext uri="{FF2B5EF4-FFF2-40B4-BE49-F238E27FC236}">
                <a16:creationId xmlns:a16="http://schemas.microsoft.com/office/drawing/2014/main" id="{C98B5912-4B2E-4023-ADCD-F0570265C602}"/>
              </a:ext>
            </a:extLst>
          </p:cNvPr>
          <p:cNvSpPr txBox="1"/>
          <p:nvPr>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8321040" y="2276856"/>
            <a:ext cx="3401568" cy="4041648"/>
          </a:xfrm>
          <a:prstGeom prst="rect">
            <a:avLst/>
          </a:prstGeom>
        </p:spPr>
        <p:txBody>
          <a:bodyPr>
            <a:normAutofit/>
          </a:bodyPr>
          <a:lstStyle/>
          <a:p>
            <a:pPr marL="0" indent="0">
              <a:spcBef>
                <a:spcPts val="2500"/>
              </a:spcBef>
              <a:spcAft>
                <a:spcPts val="600"/>
              </a:spcAft>
              <a:buFont typeface="Arial" panose="020B0604020202020204" pitchFamily="34" charset="0"/>
              <a:buNone/>
            </a:pPr>
            <a:r>
              <a:rPr lang="en-US" sz="1400" b="1"/>
              <a:t>CSV File Structure</a:t>
            </a:r>
          </a:p>
          <a:p>
            <a:pPr marL="0" lvl="1" indent="0">
              <a:spcBef>
                <a:spcPts val="1000"/>
              </a:spcBef>
              <a:spcAft>
                <a:spcPts val="600"/>
              </a:spcAft>
              <a:buFont typeface="Arial" panose="020B0604020202020204" pitchFamily="34" charset="0"/>
              <a:buNone/>
            </a:pPr>
            <a:r>
              <a:rPr lang="en-US" sz="1400"/>
              <a:t>CSV files organize data in rows and columns separated by commas, making them easy to read and process.</a:t>
            </a:r>
          </a:p>
          <a:p>
            <a:pPr marL="0" indent="0">
              <a:spcBef>
                <a:spcPts val="2500"/>
              </a:spcBef>
              <a:spcAft>
                <a:spcPts val="600"/>
              </a:spcAft>
              <a:buFont typeface="Arial" panose="020B0604020202020204" pitchFamily="34" charset="0"/>
              <a:buNone/>
            </a:pPr>
            <a:r>
              <a:rPr lang="en-US" sz="1400" b="1"/>
              <a:t>Role in Dynatrace</a:t>
            </a:r>
          </a:p>
          <a:p>
            <a:pPr marL="0" lvl="1" indent="0">
              <a:spcBef>
                <a:spcPts val="1000"/>
              </a:spcBef>
              <a:spcAft>
                <a:spcPts val="600"/>
              </a:spcAft>
              <a:buFont typeface="Arial" panose="020B0604020202020204" pitchFamily="34" charset="0"/>
              <a:buNone/>
            </a:pPr>
            <a:r>
              <a:rPr lang="en-US" sz="1400"/>
              <a:t>In Dynatrace, CSV lookup files provide static reference data to enrich real-time observability insights.</a:t>
            </a:r>
          </a:p>
        </p:txBody>
      </p:sp>
      <p:sp>
        <p:nvSpPr>
          <p:cNvPr id="4" name="Date Placeholder 3">
            <a:extLst>
              <a:ext uri="{FF2B5EF4-FFF2-40B4-BE49-F238E27FC236}">
                <a16:creationId xmlns:a16="http://schemas.microsoft.com/office/drawing/2014/main" id="{0A2F66D1-F7B1-A89D-8F03-F4351732BBED}"/>
              </a:ext>
            </a:extLst>
          </p:cNvPr>
          <p:cNvSpPr>
            <a:spLocks noGrp="1"/>
          </p:cNvSpPr>
          <p:nvPr>
            <p:ph type="dt" sz="half" idx="10"/>
          </p:nvPr>
        </p:nvSpPr>
        <p:spPr>
          <a:xfrm>
            <a:off x="431172" y="6490524"/>
            <a:ext cx="2841959" cy="336141"/>
          </a:xfrm>
        </p:spPr>
        <p:txBody>
          <a:bodyPr vert="horz" lIns="91440" tIns="45720" rIns="91440" bIns="45720" rtlCol="0" anchor="ctr">
            <a:normAutofit/>
          </a:bodyPr>
          <a:lstStyle/>
          <a:p>
            <a:pPr>
              <a:spcAft>
                <a:spcPts val="600"/>
              </a:spcAft>
            </a:pPr>
            <a:fld id="{FE21D4C7-8630-4B98-978C-30388BBD4EE8}" type="datetime1">
              <a:rPr lang="en-US" smtClean="0"/>
              <a:pPr>
                <a:spcAft>
                  <a:spcPts val="600"/>
                </a:spcAft>
              </a:pPr>
              <a:t>4/12/2026</a:t>
            </a:fld>
            <a:endParaRPr lang="en-US"/>
          </a:p>
        </p:txBody>
      </p:sp>
      <p:sp>
        <p:nvSpPr>
          <p:cNvPr id="5" name="Footer Placeholder 4">
            <a:extLst>
              <a:ext uri="{FF2B5EF4-FFF2-40B4-BE49-F238E27FC236}">
                <a16:creationId xmlns:a16="http://schemas.microsoft.com/office/drawing/2014/main" id="{C82360A0-3177-251B-3499-BAEAD290F6BE}"/>
              </a:ext>
            </a:extLst>
          </p:cNvPr>
          <p:cNvSpPr>
            <a:spLocks noGrp="1"/>
          </p:cNvSpPr>
          <p:nvPr>
            <p:ph type="ftr" sz="quarter" idx="11"/>
          </p:nvPr>
        </p:nvSpPr>
        <p:spPr>
          <a:xfrm>
            <a:off x="8893370" y="6490524"/>
            <a:ext cx="2662834" cy="336141"/>
          </a:xfrm>
        </p:spPr>
        <p:txBody>
          <a:bodyPr vert="horz" lIns="91440" tIns="45720" rIns="91440" bIns="45720" rtlCol="0" anchor="ctr">
            <a:normAutofit/>
          </a:bodyPr>
          <a:lstStyle/>
          <a:p>
            <a:pPr>
              <a:spcAft>
                <a:spcPts val="600"/>
              </a:spcAft>
            </a:pPr>
            <a:r>
              <a:rPr lang="en-US" kern="1200">
                <a:latin typeface="+mn-lt"/>
                <a:ea typeface="+mn-ea"/>
                <a:cs typeface="+mn-cs"/>
              </a:rPr>
              <a:t>Sample Footer Text</a:t>
            </a:r>
          </a:p>
        </p:txBody>
      </p:sp>
      <p:sp>
        <p:nvSpPr>
          <p:cNvPr id="6" name="Slide Number Placeholder 5">
            <a:extLst>
              <a:ext uri="{FF2B5EF4-FFF2-40B4-BE49-F238E27FC236}">
                <a16:creationId xmlns:a16="http://schemas.microsoft.com/office/drawing/2014/main" id="{3968ECAF-02B5-A325-FD6C-01610B2818E4}"/>
              </a:ext>
            </a:extLst>
          </p:cNvPr>
          <p:cNvSpPr>
            <a:spLocks noGrp="1"/>
          </p:cNvSpPr>
          <p:nvPr>
            <p:ph type="sldNum" sz="quarter" idx="12"/>
          </p:nvPr>
        </p:nvSpPr>
        <p:spPr>
          <a:xfrm>
            <a:off x="11648431" y="6490524"/>
            <a:ext cx="457200" cy="336141"/>
          </a:xfrm>
        </p:spPr>
        <p:txBody>
          <a:bodyPr vert="horz" lIns="91440" tIns="45720" rIns="91440" bIns="45720" rtlCol="0" anchor="ctr">
            <a:normAutofit/>
          </a:bodyPr>
          <a:lstStyle/>
          <a:p>
            <a:pPr>
              <a:spcAft>
                <a:spcPts val="600"/>
              </a:spcAft>
            </a:pPr>
            <a:fld id="{84C450F2-3BB4-4AE4-8A35-A9D7AEA4C850}" type="slidenum">
              <a:rPr lang="en-US" smtClean="0"/>
              <a:pPr>
                <a:spcAft>
                  <a:spcPts val="600"/>
                </a:spcAft>
              </a:pPr>
              <a:t>2</a:t>
            </a:fld>
            <a:endParaRPr lang="en-US"/>
          </a:p>
        </p:txBody>
      </p:sp>
    </p:spTree>
    <p:extLst>
      <p:ext uri="{BB962C8B-B14F-4D97-AF65-F5344CB8AC3E}">
        <p14:creationId xmlns:p14="http://schemas.microsoft.com/office/powerpoint/2010/main" val="336485989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973320-D27B-4E46-C5CF-F3A787FE4BFA}"/>
              </a:ext>
            </a:extLst>
          </p:cNvPr>
          <p:cNvSpPr>
            <a:spLocks noGrp="1"/>
          </p:cNvSpPr>
          <p:nvPr>
            <p:ph type="title"/>
          </p:nvPr>
        </p:nvSpPr>
        <p:spPr>
          <a:xfrm>
            <a:off x="8311896" y="1078992"/>
            <a:ext cx="3273552" cy="1947672"/>
          </a:xfrm>
        </p:spPr>
        <p:txBody>
          <a:bodyPr vert="horz" lIns="91440" tIns="45720" rIns="91440" bIns="45720" rtlCol="0" anchor="b">
            <a:normAutofit/>
          </a:bodyPr>
          <a:lstStyle/>
          <a:p>
            <a:r>
              <a:rPr lang="en-US" b="0" kern="1200" cap="all" baseline="0">
                <a:latin typeface="+mj-lt"/>
                <a:ea typeface="+mj-ea"/>
                <a:cs typeface="+mj-cs"/>
              </a:rPr>
              <a:t>How CSV Lookup Files Work in Dynatrace</a:t>
            </a:r>
          </a:p>
        </p:txBody>
      </p:sp>
      <p:pic>
        <p:nvPicPr>
          <p:cNvPr id="7" name="Content Placeholder 6" descr="3d illustration">
            <a:extLst>
              <a:ext uri="{FF2B5EF4-FFF2-40B4-BE49-F238E27FC236}">
                <a16:creationId xmlns:a16="http://schemas.microsoft.com/office/drawing/2014/main" id="{D18D065F-413B-4E62-8E59-E0FF75775261}"/>
              </a:ext>
            </a:extLst>
          </p:cNvPr>
          <p:cNvPicPr>
            <a:picLocks noGrp="1" noChangeAspect="1"/>
          </p:cNvPicPr>
          <p:nvPr>
            <p:ph type="pic" sz="quarter" idx="15"/>
          </p:nvPr>
        </p:nvPicPr>
        <p:blipFill>
          <a:blip r:embed="rId3"/>
          <a:srcRect t="4134" r="2" b="13130"/>
          <a:stretch>
            <a:fillRect/>
          </a:stretch>
        </p:blipFill>
        <p:spPr>
          <a:xfrm>
            <a:off x="20" y="10"/>
            <a:ext cx="7734280" cy="6399142"/>
          </a:xfrm>
        </p:spPr>
      </p:pic>
      <p:sp>
        <p:nvSpPr>
          <p:cNvPr id="8" name="TextBox 7">
            <a:extLst>
              <a:ext uri="{FF2B5EF4-FFF2-40B4-BE49-F238E27FC236}">
                <a16:creationId xmlns:a16="http://schemas.microsoft.com/office/drawing/2014/main" id="{332DBF84-4F0A-4F34-AFEB-730083D1483D}"/>
              </a:ext>
            </a:extLst>
          </p:cNvPr>
          <p:cNvSpPr txBox="1"/>
          <p:nvPr>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8311896" y="3099816"/>
            <a:ext cx="3273552" cy="2953512"/>
          </a:xfrm>
          <a:prstGeom prst="rect">
            <a:avLst/>
          </a:prstGeom>
        </p:spPr>
        <p:txBody>
          <a:bodyPr>
            <a:normAutofit/>
          </a:bodyPr>
          <a:lstStyle/>
          <a:p>
            <a:pPr marL="0" indent="0">
              <a:lnSpc>
                <a:spcPct val="90000"/>
              </a:lnSpc>
              <a:spcBef>
                <a:spcPts val="2500"/>
              </a:spcBef>
              <a:spcAft>
                <a:spcPts val="600"/>
              </a:spcAft>
              <a:buFont typeface="Arial" panose="020B0604020202020204" pitchFamily="34" charset="0"/>
              <a:buNone/>
            </a:pPr>
            <a:r>
              <a:rPr lang="en-US" sz="1000" b="1"/>
              <a:t>Uploading CSV Files</a:t>
            </a:r>
          </a:p>
          <a:p>
            <a:pPr marL="0" lvl="1" indent="0">
              <a:lnSpc>
                <a:spcPct val="90000"/>
              </a:lnSpc>
              <a:spcBef>
                <a:spcPts val="1000"/>
              </a:spcBef>
              <a:spcAft>
                <a:spcPts val="600"/>
              </a:spcAft>
              <a:buFont typeface="Arial" panose="020B0604020202020204" pitchFamily="34" charset="0"/>
              <a:buNone/>
            </a:pPr>
            <a:r>
              <a:rPr lang="en-US" sz="1000"/>
              <a:t>CSV lookup files are uploaded into Dynatrace to be used in custom metrics or monitoring rules seamlessly.</a:t>
            </a:r>
          </a:p>
          <a:p>
            <a:pPr marL="0" indent="0">
              <a:lnSpc>
                <a:spcPct val="90000"/>
              </a:lnSpc>
              <a:spcBef>
                <a:spcPts val="2500"/>
              </a:spcBef>
              <a:spcAft>
                <a:spcPts val="600"/>
              </a:spcAft>
              <a:buFont typeface="Arial" panose="020B0604020202020204" pitchFamily="34" charset="0"/>
              <a:buNone/>
            </a:pPr>
            <a:r>
              <a:rPr lang="en-US" sz="1000" b="1"/>
              <a:t>Data Matching</a:t>
            </a:r>
          </a:p>
          <a:p>
            <a:pPr marL="0" lvl="1" indent="0">
              <a:lnSpc>
                <a:spcPct val="90000"/>
              </a:lnSpc>
              <a:spcBef>
                <a:spcPts val="1000"/>
              </a:spcBef>
              <a:spcAft>
                <a:spcPts val="600"/>
              </a:spcAft>
              <a:buFont typeface="Arial" panose="020B0604020202020204" pitchFamily="34" charset="0"/>
              <a:buNone/>
            </a:pPr>
            <a:r>
              <a:rPr lang="en-US" sz="1000"/>
              <a:t>Observability data is matched against keys in the CSV file to identify relevant entries.</a:t>
            </a:r>
          </a:p>
          <a:p>
            <a:pPr marL="0" indent="0">
              <a:lnSpc>
                <a:spcPct val="90000"/>
              </a:lnSpc>
              <a:spcBef>
                <a:spcPts val="2500"/>
              </a:spcBef>
              <a:spcAft>
                <a:spcPts val="600"/>
              </a:spcAft>
              <a:buFont typeface="Arial" panose="020B0604020202020204" pitchFamily="34" charset="0"/>
              <a:buNone/>
            </a:pPr>
            <a:r>
              <a:rPr lang="en-US" sz="1000" b="1"/>
              <a:t>Data Enrichment</a:t>
            </a:r>
          </a:p>
          <a:p>
            <a:pPr marL="0" lvl="1" indent="0">
              <a:lnSpc>
                <a:spcPct val="90000"/>
              </a:lnSpc>
              <a:spcBef>
                <a:spcPts val="1000"/>
              </a:spcBef>
              <a:spcAft>
                <a:spcPts val="600"/>
              </a:spcAft>
              <a:buFont typeface="Arial" panose="020B0604020202020204" pitchFamily="34" charset="0"/>
              <a:buNone/>
            </a:pPr>
            <a:r>
              <a:rPr lang="en-US" sz="1000"/>
              <a:t>Additional attributes from CSV enrich observability data, providing improved context and insights.</a:t>
            </a:r>
          </a:p>
        </p:txBody>
      </p:sp>
      <p:sp>
        <p:nvSpPr>
          <p:cNvPr id="4" name="Date Placeholder 3">
            <a:extLst>
              <a:ext uri="{FF2B5EF4-FFF2-40B4-BE49-F238E27FC236}">
                <a16:creationId xmlns:a16="http://schemas.microsoft.com/office/drawing/2014/main" id="{0B2588E0-4B5D-B1AF-86CD-CBAF44271334}"/>
              </a:ext>
            </a:extLst>
          </p:cNvPr>
          <p:cNvSpPr>
            <a:spLocks noGrp="1"/>
          </p:cNvSpPr>
          <p:nvPr>
            <p:ph type="dt" sz="half" idx="10"/>
          </p:nvPr>
        </p:nvSpPr>
        <p:spPr>
          <a:xfrm>
            <a:off x="431172" y="6490524"/>
            <a:ext cx="2841959" cy="336141"/>
          </a:xfrm>
        </p:spPr>
        <p:txBody>
          <a:bodyPr vert="horz" lIns="91440" tIns="45720" rIns="91440" bIns="45720" rtlCol="0" anchor="ctr">
            <a:normAutofit/>
          </a:bodyPr>
          <a:lstStyle/>
          <a:p>
            <a:pPr>
              <a:spcAft>
                <a:spcPts val="600"/>
              </a:spcAft>
            </a:pPr>
            <a:fld id="{FE21D4C7-8630-4B98-978C-30388BBD4EE8}" type="datetime1">
              <a:rPr lang="en-US" smtClean="0"/>
              <a:pPr>
                <a:spcAft>
                  <a:spcPts val="600"/>
                </a:spcAft>
              </a:pPr>
              <a:t>4/12/2026</a:t>
            </a:fld>
            <a:endParaRPr lang="en-US"/>
          </a:p>
        </p:txBody>
      </p:sp>
      <p:sp>
        <p:nvSpPr>
          <p:cNvPr id="5" name="Footer Placeholder 4">
            <a:extLst>
              <a:ext uri="{FF2B5EF4-FFF2-40B4-BE49-F238E27FC236}">
                <a16:creationId xmlns:a16="http://schemas.microsoft.com/office/drawing/2014/main" id="{7EF0E487-EC12-3B16-7E25-80BA3AA9A1EC}"/>
              </a:ext>
            </a:extLst>
          </p:cNvPr>
          <p:cNvSpPr>
            <a:spLocks noGrp="1"/>
          </p:cNvSpPr>
          <p:nvPr>
            <p:ph type="ftr" sz="quarter" idx="11"/>
          </p:nvPr>
        </p:nvSpPr>
        <p:spPr>
          <a:xfrm>
            <a:off x="8893370" y="6490524"/>
            <a:ext cx="2662834" cy="336141"/>
          </a:xfrm>
        </p:spPr>
        <p:txBody>
          <a:bodyPr vert="horz" lIns="91440" tIns="45720" rIns="91440" bIns="45720" rtlCol="0" anchor="ctr">
            <a:normAutofit/>
          </a:bodyPr>
          <a:lstStyle/>
          <a:p>
            <a:pPr>
              <a:spcAft>
                <a:spcPts val="600"/>
              </a:spcAft>
            </a:pPr>
            <a:r>
              <a:rPr lang="en-US" kern="1200">
                <a:latin typeface="+mn-lt"/>
                <a:ea typeface="+mn-ea"/>
                <a:cs typeface="+mn-cs"/>
              </a:rPr>
              <a:t>Sample Footer Text</a:t>
            </a:r>
          </a:p>
        </p:txBody>
      </p:sp>
      <p:sp>
        <p:nvSpPr>
          <p:cNvPr id="6" name="Slide Number Placeholder 5">
            <a:extLst>
              <a:ext uri="{FF2B5EF4-FFF2-40B4-BE49-F238E27FC236}">
                <a16:creationId xmlns:a16="http://schemas.microsoft.com/office/drawing/2014/main" id="{2B8E114B-308A-62C3-5E6E-025E9D931959}"/>
              </a:ext>
            </a:extLst>
          </p:cNvPr>
          <p:cNvSpPr>
            <a:spLocks noGrp="1"/>
          </p:cNvSpPr>
          <p:nvPr>
            <p:ph type="sldNum" sz="quarter" idx="12"/>
          </p:nvPr>
        </p:nvSpPr>
        <p:spPr>
          <a:xfrm>
            <a:off x="11648431" y="6490524"/>
            <a:ext cx="457200" cy="336141"/>
          </a:xfrm>
        </p:spPr>
        <p:txBody>
          <a:bodyPr vert="horz" lIns="91440" tIns="45720" rIns="91440" bIns="45720" rtlCol="0" anchor="ctr">
            <a:normAutofit/>
          </a:bodyPr>
          <a:lstStyle/>
          <a:p>
            <a:pPr>
              <a:spcAft>
                <a:spcPts val="600"/>
              </a:spcAft>
            </a:pPr>
            <a:fld id="{84C450F2-3BB4-4AE4-8A35-A9D7AEA4C850}" type="slidenum">
              <a:rPr lang="en-US" smtClean="0"/>
              <a:pPr>
                <a:spcAft>
                  <a:spcPts val="600"/>
                </a:spcAft>
              </a:pPr>
              <a:t>3</a:t>
            </a:fld>
            <a:endParaRPr lang="en-US"/>
          </a:p>
        </p:txBody>
      </p:sp>
    </p:spTree>
    <p:extLst>
      <p:ext uri="{BB962C8B-B14F-4D97-AF65-F5344CB8AC3E}">
        <p14:creationId xmlns:p14="http://schemas.microsoft.com/office/powerpoint/2010/main" val="369559466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EFB761-92ED-2313-2699-B75C20CA47A7}"/>
              </a:ext>
            </a:extLst>
          </p:cNvPr>
          <p:cNvSpPr>
            <a:spLocks noGrp="1"/>
          </p:cNvSpPr>
          <p:nvPr>
            <p:ph type="title"/>
          </p:nvPr>
        </p:nvSpPr>
        <p:spPr>
          <a:xfrm>
            <a:off x="8311896" y="1078992"/>
            <a:ext cx="3273552" cy="1947672"/>
          </a:xfrm>
        </p:spPr>
        <p:txBody>
          <a:bodyPr vert="horz" lIns="91440" tIns="45720" rIns="91440" bIns="45720" rtlCol="0" anchor="b">
            <a:normAutofit/>
          </a:bodyPr>
          <a:lstStyle/>
          <a:p>
            <a:r>
              <a:rPr lang="en-US" b="0" kern="1200" cap="all" baseline="0">
                <a:latin typeface="+mj-lt"/>
                <a:ea typeface="+mj-ea"/>
                <a:cs typeface="+mj-cs"/>
              </a:rPr>
              <a:t>Core Purpose: Data Enrichment</a:t>
            </a:r>
          </a:p>
        </p:txBody>
      </p:sp>
      <p:pic>
        <p:nvPicPr>
          <p:cNvPr id="7" name="Content Placeholder 6" descr="Big data internet technology">
            <a:extLst>
              <a:ext uri="{FF2B5EF4-FFF2-40B4-BE49-F238E27FC236}">
                <a16:creationId xmlns:a16="http://schemas.microsoft.com/office/drawing/2014/main" id="{8D9D52E3-152F-463D-8419-1FF53AA3ACF5}"/>
              </a:ext>
            </a:extLst>
          </p:cNvPr>
          <p:cNvPicPr>
            <a:picLocks noGrp="1" noChangeAspect="1"/>
          </p:cNvPicPr>
          <p:nvPr>
            <p:ph type="pic" sz="quarter" idx="15"/>
          </p:nvPr>
        </p:nvPicPr>
        <p:blipFill>
          <a:blip r:embed="rId3"/>
          <a:srcRect t="3510" r="2" b="13754"/>
          <a:stretch>
            <a:fillRect/>
          </a:stretch>
        </p:blipFill>
        <p:spPr>
          <a:xfrm>
            <a:off x="20" y="10"/>
            <a:ext cx="7734280" cy="6399142"/>
          </a:xfrm>
        </p:spPr>
      </p:pic>
      <p:sp>
        <p:nvSpPr>
          <p:cNvPr id="8" name="TextBox 7">
            <a:extLst>
              <a:ext uri="{FF2B5EF4-FFF2-40B4-BE49-F238E27FC236}">
                <a16:creationId xmlns:a16="http://schemas.microsoft.com/office/drawing/2014/main" id="{44082DD2-C903-4476-93E2-B73D19D1958A}"/>
              </a:ext>
            </a:extLst>
          </p:cNvPr>
          <p:cNvSpPr txBox="1"/>
          <p:nvPr>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8311896" y="3099816"/>
            <a:ext cx="3273552" cy="2953512"/>
          </a:xfrm>
          <a:prstGeom prst="rect">
            <a:avLst/>
          </a:prstGeom>
        </p:spPr>
        <p:txBody>
          <a:bodyPr>
            <a:normAutofit/>
          </a:bodyPr>
          <a:lstStyle/>
          <a:p>
            <a:pPr marL="0" indent="0">
              <a:lnSpc>
                <a:spcPct val="90000"/>
              </a:lnSpc>
              <a:spcBef>
                <a:spcPts val="2500"/>
              </a:spcBef>
              <a:spcAft>
                <a:spcPts val="600"/>
              </a:spcAft>
              <a:buFont typeface="Arial" panose="020B0604020202020204" pitchFamily="34" charset="0"/>
              <a:buNone/>
            </a:pPr>
            <a:r>
              <a:rPr lang="en-US" sz="900" b="1"/>
              <a:t>Enhancing Raw Data</a:t>
            </a:r>
          </a:p>
          <a:p>
            <a:pPr marL="0" lvl="1" indent="0">
              <a:lnSpc>
                <a:spcPct val="90000"/>
              </a:lnSpc>
              <a:spcBef>
                <a:spcPts val="1000"/>
              </a:spcBef>
              <a:spcAft>
                <a:spcPts val="600"/>
              </a:spcAft>
              <a:buFont typeface="Arial" panose="020B0604020202020204" pitchFamily="34" charset="0"/>
              <a:buNone/>
            </a:pPr>
            <a:r>
              <a:rPr lang="en-US" sz="900"/>
              <a:t>CSV lookup files add metadata to raw observability data, making it more informative and actionable.</a:t>
            </a:r>
          </a:p>
          <a:p>
            <a:pPr marL="0" indent="0">
              <a:lnSpc>
                <a:spcPct val="90000"/>
              </a:lnSpc>
              <a:spcBef>
                <a:spcPts val="2500"/>
              </a:spcBef>
              <a:spcAft>
                <a:spcPts val="600"/>
              </a:spcAft>
              <a:buFont typeface="Arial" panose="020B0604020202020204" pitchFamily="34" charset="0"/>
              <a:buNone/>
            </a:pPr>
            <a:r>
              <a:rPr lang="en-US" sz="900" b="1"/>
              <a:t>Improved Alerting and Visualization</a:t>
            </a:r>
          </a:p>
          <a:p>
            <a:pPr marL="0" lvl="1" indent="0">
              <a:lnSpc>
                <a:spcPct val="90000"/>
              </a:lnSpc>
              <a:spcBef>
                <a:spcPts val="1000"/>
              </a:spcBef>
              <a:spcAft>
                <a:spcPts val="600"/>
              </a:spcAft>
              <a:buFont typeface="Arial" panose="020B0604020202020204" pitchFamily="34" charset="0"/>
              <a:buNone/>
            </a:pPr>
            <a:r>
              <a:rPr lang="en-US" sz="900"/>
              <a:t>Enriched data improves alert accuracy and visualization clarity for better monitoring and troubleshooting.</a:t>
            </a:r>
          </a:p>
          <a:p>
            <a:pPr marL="0" indent="0">
              <a:lnSpc>
                <a:spcPct val="90000"/>
              </a:lnSpc>
              <a:spcBef>
                <a:spcPts val="2500"/>
              </a:spcBef>
              <a:spcAft>
                <a:spcPts val="600"/>
              </a:spcAft>
              <a:buFont typeface="Arial" panose="020B0604020202020204" pitchFamily="34" charset="0"/>
              <a:buNone/>
            </a:pPr>
            <a:r>
              <a:rPr lang="en-US" sz="900" b="1"/>
              <a:t>Metadata Examples</a:t>
            </a:r>
          </a:p>
          <a:p>
            <a:pPr marL="0" lvl="1" indent="0">
              <a:lnSpc>
                <a:spcPct val="90000"/>
              </a:lnSpc>
              <a:spcBef>
                <a:spcPts val="1000"/>
              </a:spcBef>
              <a:spcAft>
                <a:spcPts val="600"/>
              </a:spcAft>
              <a:buFont typeface="Arial" panose="020B0604020202020204" pitchFamily="34" charset="0"/>
              <a:buNone/>
            </a:pPr>
            <a:r>
              <a:rPr lang="en-US" sz="900"/>
              <a:t>Metadata can include environment details, ownership information, and service tiers to contextualize data.</a:t>
            </a:r>
          </a:p>
        </p:txBody>
      </p:sp>
      <p:sp>
        <p:nvSpPr>
          <p:cNvPr id="4" name="Date Placeholder 3">
            <a:extLst>
              <a:ext uri="{FF2B5EF4-FFF2-40B4-BE49-F238E27FC236}">
                <a16:creationId xmlns:a16="http://schemas.microsoft.com/office/drawing/2014/main" id="{5E289CBF-5D26-87EC-C983-738E5DA7D09E}"/>
              </a:ext>
            </a:extLst>
          </p:cNvPr>
          <p:cNvSpPr>
            <a:spLocks noGrp="1"/>
          </p:cNvSpPr>
          <p:nvPr>
            <p:ph type="dt" sz="half" idx="10"/>
          </p:nvPr>
        </p:nvSpPr>
        <p:spPr>
          <a:xfrm>
            <a:off x="431172" y="6490524"/>
            <a:ext cx="2841959" cy="336141"/>
          </a:xfrm>
        </p:spPr>
        <p:txBody>
          <a:bodyPr vert="horz" lIns="91440" tIns="45720" rIns="91440" bIns="45720" rtlCol="0" anchor="ctr">
            <a:normAutofit/>
          </a:bodyPr>
          <a:lstStyle/>
          <a:p>
            <a:pPr>
              <a:spcAft>
                <a:spcPts val="600"/>
              </a:spcAft>
            </a:pPr>
            <a:fld id="{FE21D4C7-8630-4B98-978C-30388BBD4EE8}" type="datetime1">
              <a:rPr lang="en-US" smtClean="0"/>
              <a:pPr>
                <a:spcAft>
                  <a:spcPts val="600"/>
                </a:spcAft>
              </a:pPr>
              <a:t>4/12/2026</a:t>
            </a:fld>
            <a:endParaRPr lang="en-US"/>
          </a:p>
        </p:txBody>
      </p:sp>
      <p:sp>
        <p:nvSpPr>
          <p:cNvPr id="5" name="Footer Placeholder 4">
            <a:extLst>
              <a:ext uri="{FF2B5EF4-FFF2-40B4-BE49-F238E27FC236}">
                <a16:creationId xmlns:a16="http://schemas.microsoft.com/office/drawing/2014/main" id="{D83B19EF-4126-2C21-F9C9-EB91F6B6001A}"/>
              </a:ext>
            </a:extLst>
          </p:cNvPr>
          <p:cNvSpPr>
            <a:spLocks noGrp="1"/>
          </p:cNvSpPr>
          <p:nvPr>
            <p:ph type="ftr" sz="quarter" idx="11"/>
          </p:nvPr>
        </p:nvSpPr>
        <p:spPr>
          <a:xfrm>
            <a:off x="8893370" y="6490524"/>
            <a:ext cx="2662834" cy="336141"/>
          </a:xfrm>
        </p:spPr>
        <p:txBody>
          <a:bodyPr vert="horz" lIns="91440" tIns="45720" rIns="91440" bIns="45720" rtlCol="0" anchor="ctr">
            <a:normAutofit/>
          </a:bodyPr>
          <a:lstStyle/>
          <a:p>
            <a:pPr>
              <a:spcAft>
                <a:spcPts val="600"/>
              </a:spcAft>
            </a:pPr>
            <a:r>
              <a:rPr lang="en-US" kern="1200">
                <a:latin typeface="+mn-lt"/>
                <a:ea typeface="+mn-ea"/>
                <a:cs typeface="+mn-cs"/>
              </a:rPr>
              <a:t>Sample Footer Text</a:t>
            </a:r>
          </a:p>
        </p:txBody>
      </p:sp>
      <p:sp>
        <p:nvSpPr>
          <p:cNvPr id="6" name="Slide Number Placeholder 5">
            <a:extLst>
              <a:ext uri="{FF2B5EF4-FFF2-40B4-BE49-F238E27FC236}">
                <a16:creationId xmlns:a16="http://schemas.microsoft.com/office/drawing/2014/main" id="{857F7033-CC9E-22EA-84C5-52CABEFA363C}"/>
              </a:ext>
            </a:extLst>
          </p:cNvPr>
          <p:cNvSpPr>
            <a:spLocks noGrp="1"/>
          </p:cNvSpPr>
          <p:nvPr>
            <p:ph type="sldNum" sz="quarter" idx="12"/>
          </p:nvPr>
        </p:nvSpPr>
        <p:spPr>
          <a:xfrm>
            <a:off x="11648431" y="6490524"/>
            <a:ext cx="457200" cy="336141"/>
          </a:xfrm>
        </p:spPr>
        <p:txBody>
          <a:bodyPr vert="horz" lIns="91440" tIns="45720" rIns="91440" bIns="45720" rtlCol="0" anchor="ctr">
            <a:normAutofit/>
          </a:bodyPr>
          <a:lstStyle/>
          <a:p>
            <a:pPr>
              <a:spcAft>
                <a:spcPts val="600"/>
              </a:spcAft>
            </a:pPr>
            <a:fld id="{84C450F2-3BB4-4AE4-8A35-A9D7AEA4C850}" type="slidenum">
              <a:rPr lang="en-US" smtClean="0"/>
              <a:pPr>
                <a:spcAft>
                  <a:spcPts val="600"/>
                </a:spcAft>
              </a:pPr>
              <a:t>4</a:t>
            </a:fld>
            <a:endParaRPr lang="en-US"/>
          </a:p>
        </p:txBody>
      </p:sp>
    </p:spTree>
    <p:extLst>
      <p:ext uri="{BB962C8B-B14F-4D97-AF65-F5344CB8AC3E}">
        <p14:creationId xmlns:p14="http://schemas.microsoft.com/office/powerpoint/2010/main" val="264615144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9B71DC-876D-C9D7-DA60-B7834A66256A}"/>
              </a:ext>
            </a:extLst>
          </p:cNvPr>
          <p:cNvSpPr>
            <a:spLocks noGrp="1"/>
          </p:cNvSpPr>
          <p:nvPr>
            <p:ph type="title"/>
          </p:nvPr>
        </p:nvSpPr>
        <p:spPr>
          <a:xfrm>
            <a:off x="429768" y="603504"/>
            <a:ext cx="3401568" cy="1527048"/>
          </a:xfrm>
        </p:spPr>
        <p:txBody>
          <a:bodyPr vert="horz" lIns="91440" tIns="45720" rIns="91440" bIns="45720" rtlCol="0" anchor="b">
            <a:normAutofit/>
          </a:bodyPr>
          <a:lstStyle/>
          <a:p>
            <a:r>
              <a:rPr lang="en-US" b="0" kern="1200" cap="all" baseline="0">
                <a:latin typeface="+mj-lt"/>
                <a:ea typeface="+mj-ea"/>
                <a:cs typeface="+mj-cs"/>
              </a:rPr>
              <a:t>Practical Enrichment Examples</a:t>
            </a:r>
          </a:p>
        </p:txBody>
      </p:sp>
      <p:sp>
        <p:nvSpPr>
          <p:cNvPr id="8" name="TextBox 7">
            <a:extLst>
              <a:ext uri="{FF2B5EF4-FFF2-40B4-BE49-F238E27FC236}">
                <a16:creationId xmlns:a16="http://schemas.microsoft.com/office/drawing/2014/main" id="{780558E6-6FA6-4A06-B1FB-24B45325596B}"/>
              </a:ext>
            </a:extLst>
          </p:cNvPr>
          <p:cNvSpPr txBox="1"/>
          <p:nvPr>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29768" y="2276856"/>
            <a:ext cx="3401568" cy="4041648"/>
          </a:xfrm>
          <a:prstGeom prst="rect">
            <a:avLst/>
          </a:prstGeom>
        </p:spPr>
        <p:txBody>
          <a:bodyPr>
            <a:normAutofit/>
          </a:bodyPr>
          <a:lstStyle/>
          <a:p>
            <a:pPr marL="0" indent="0">
              <a:spcBef>
                <a:spcPts val="2500"/>
              </a:spcBef>
              <a:spcAft>
                <a:spcPts val="600"/>
              </a:spcAft>
              <a:buFont typeface="Arial" panose="020B0604020202020204" pitchFamily="34" charset="0"/>
              <a:buNone/>
            </a:pPr>
            <a:r>
              <a:rPr lang="en-US" sz="1300" b="1"/>
              <a:t>IP Address Geographic Mapping</a:t>
            </a:r>
          </a:p>
          <a:p>
            <a:pPr marL="0" lvl="1" indent="0">
              <a:spcBef>
                <a:spcPts val="1000"/>
              </a:spcBef>
              <a:spcAft>
                <a:spcPts val="600"/>
              </a:spcAft>
              <a:buFont typeface="Arial" panose="020B0604020202020204" pitchFamily="34" charset="0"/>
              <a:buNone/>
            </a:pPr>
            <a:r>
              <a:rPr lang="en-US" sz="1300"/>
              <a:t>Mapping IP addresses to geographic locations enhances understanding of network traffic sources and destinations.</a:t>
            </a:r>
          </a:p>
          <a:p>
            <a:pPr marL="0" indent="0">
              <a:spcBef>
                <a:spcPts val="2500"/>
              </a:spcBef>
              <a:spcAft>
                <a:spcPts val="600"/>
              </a:spcAft>
              <a:buFont typeface="Arial" panose="020B0604020202020204" pitchFamily="34" charset="0"/>
              <a:buNone/>
            </a:pPr>
            <a:r>
              <a:rPr lang="en-US" sz="1300" b="1"/>
              <a:t>Service to Business Unit Association</a:t>
            </a:r>
          </a:p>
          <a:p>
            <a:pPr marL="0" lvl="1" indent="0">
              <a:spcBef>
                <a:spcPts val="1000"/>
              </a:spcBef>
              <a:spcAft>
                <a:spcPts val="600"/>
              </a:spcAft>
              <a:buFont typeface="Arial" panose="020B0604020202020204" pitchFamily="34" charset="0"/>
              <a:buNone/>
            </a:pPr>
            <a:r>
              <a:rPr lang="en-US" sz="1300"/>
              <a:t>Associating services with business units helps in aligning IT resources with organizational goals and priorities.</a:t>
            </a:r>
          </a:p>
          <a:p>
            <a:pPr marL="0" indent="0">
              <a:spcBef>
                <a:spcPts val="2500"/>
              </a:spcBef>
              <a:spcAft>
                <a:spcPts val="600"/>
              </a:spcAft>
              <a:buFont typeface="Arial" panose="020B0604020202020204" pitchFamily="34" charset="0"/>
              <a:buNone/>
            </a:pPr>
            <a:r>
              <a:rPr lang="en-US" sz="1300" b="1"/>
              <a:t>Host Environment Tagging</a:t>
            </a:r>
          </a:p>
          <a:p>
            <a:pPr marL="0" lvl="1" indent="0">
              <a:spcBef>
                <a:spcPts val="1000"/>
              </a:spcBef>
              <a:spcAft>
                <a:spcPts val="600"/>
              </a:spcAft>
              <a:buFont typeface="Arial" panose="020B0604020202020204" pitchFamily="34" charset="0"/>
              <a:buNone/>
            </a:pPr>
            <a:r>
              <a:rPr lang="en-US" sz="1300"/>
              <a:t>Tagging hosts with environment types streamlines management and accelerates issue resolution processes.</a:t>
            </a:r>
          </a:p>
        </p:txBody>
      </p:sp>
      <p:pic>
        <p:nvPicPr>
          <p:cNvPr id="7" name="Content Placeholder 6" descr="Medical interface of the future, a system for managing medical data obtained by scanning the neural network of the human brain. Thanks to modern technologies and the help of neural networks, it is possible to make predictions and diagnose diseases at an early stage.">
            <a:extLst>
              <a:ext uri="{FF2B5EF4-FFF2-40B4-BE49-F238E27FC236}">
                <a16:creationId xmlns:a16="http://schemas.microsoft.com/office/drawing/2014/main" id="{CE81ED09-A9B0-4178-8771-6B4EB8924898}"/>
              </a:ext>
            </a:extLst>
          </p:cNvPr>
          <p:cNvPicPr>
            <a:picLocks noGrp="1" noChangeAspect="1"/>
          </p:cNvPicPr>
          <p:nvPr>
            <p:ph type="pic" sz="quarter" idx="15"/>
          </p:nvPr>
        </p:nvPicPr>
        <p:blipFill>
          <a:blip r:embed="rId3"/>
          <a:srcRect l="15726" r="20890" b="1"/>
          <a:stretch>
            <a:fillRect/>
          </a:stretch>
        </p:blipFill>
        <p:spPr>
          <a:xfrm>
            <a:off x="4502843" y="2"/>
            <a:ext cx="7689157" cy="6399151"/>
          </a:xfrm>
        </p:spPr>
      </p:pic>
      <p:sp>
        <p:nvSpPr>
          <p:cNvPr id="4" name="Date Placeholder 3">
            <a:extLst>
              <a:ext uri="{FF2B5EF4-FFF2-40B4-BE49-F238E27FC236}">
                <a16:creationId xmlns:a16="http://schemas.microsoft.com/office/drawing/2014/main" id="{48E277F6-AAE3-2C78-BE3D-68E461428708}"/>
              </a:ext>
            </a:extLst>
          </p:cNvPr>
          <p:cNvSpPr>
            <a:spLocks noGrp="1"/>
          </p:cNvSpPr>
          <p:nvPr>
            <p:ph type="dt" sz="half" idx="10"/>
          </p:nvPr>
        </p:nvSpPr>
        <p:spPr>
          <a:xfrm>
            <a:off x="431172" y="6490524"/>
            <a:ext cx="2841959" cy="336141"/>
          </a:xfrm>
        </p:spPr>
        <p:txBody>
          <a:bodyPr vert="horz" lIns="91440" tIns="45720" rIns="91440" bIns="45720" rtlCol="0" anchor="ctr">
            <a:normAutofit/>
          </a:bodyPr>
          <a:lstStyle/>
          <a:p>
            <a:pPr>
              <a:spcAft>
                <a:spcPts val="600"/>
              </a:spcAft>
            </a:pPr>
            <a:fld id="{FE21D4C7-8630-4B98-978C-30388BBD4EE8}" type="datetime1">
              <a:rPr lang="en-US" smtClean="0"/>
              <a:pPr>
                <a:spcAft>
                  <a:spcPts val="600"/>
                </a:spcAft>
              </a:pPr>
              <a:t>4/12/2026</a:t>
            </a:fld>
            <a:endParaRPr lang="en-US"/>
          </a:p>
        </p:txBody>
      </p:sp>
      <p:sp>
        <p:nvSpPr>
          <p:cNvPr id="5" name="Footer Placeholder 4">
            <a:extLst>
              <a:ext uri="{FF2B5EF4-FFF2-40B4-BE49-F238E27FC236}">
                <a16:creationId xmlns:a16="http://schemas.microsoft.com/office/drawing/2014/main" id="{2FEED2F6-0C3B-DEBF-8CDD-8994F6ECD2AE}"/>
              </a:ext>
            </a:extLst>
          </p:cNvPr>
          <p:cNvSpPr>
            <a:spLocks noGrp="1"/>
          </p:cNvSpPr>
          <p:nvPr>
            <p:ph type="ftr" sz="quarter" idx="11"/>
          </p:nvPr>
        </p:nvSpPr>
        <p:spPr>
          <a:xfrm>
            <a:off x="8893370" y="6490524"/>
            <a:ext cx="2662834" cy="336141"/>
          </a:xfrm>
        </p:spPr>
        <p:txBody>
          <a:bodyPr vert="horz" lIns="91440" tIns="45720" rIns="91440" bIns="45720" rtlCol="0" anchor="ctr">
            <a:normAutofit/>
          </a:bodyPr>
          <a:lstStyle/>
          <a:p>
            <a:pPr>
              <a:spcAft>
                <a:spcPts val="600"/>
              </a:spcAft>
            </a:pPr>
            <a:r>
              <a:rPr lang="en-US" kern="1200">
                <a:latin typeface="+mn-lt"/>
                <a:ea typeface="+mn-ea"/>
                <a:cs typeface="+mn-cs"/>
              </a:rPr>
              <a:t>Sample Footer Text</a:t>
            </a:r>
          </a:p>
        </p:txBody>
      </p:sp>
      <p:sp>
        <p:nvSpPr>
          <p:cNvPr id="6" name="Slide Number Placeholder 5">
            <a:extLst>
              <a:ext uri="{FF2B5EF4-FFF2-40B4-BE49-F238E27FC236}">
                <a16:creationId xmlns:a16="http://schemas.microsoft.com/office/drawing/2014/main" id="{F9EB5294-CD34-B09D-847F-CA738DD5C308}"/>
              </a:ext>
            </a:extLst>
          </p:cNvPr>
          <p:cNvSpPr>
            <a:spLocks noGrp="1"/>
          </p:cNvSpPr>
          <p:nvPr>
            <p:ph type="sldNum" sz="quarter" idx="12"/>
          </p:nvPr>
        </p:nvSpPr>
        <p:spPr>
          <a:xfrm>
            <a:off x="11648431" y="6490524"/>
            <a:ext cx="457200" cy="336141"/>
          </a:xfrm>
        </p:spPr>
        <p:txBody>
          <a:bodyPr vert="horz" lIns="91440" tIns="45720" rIns="91440" bIns="45720" rtlCol="0" anchor="ctr">
            <a:normAutofit/>
          </a:bodyPr>
          <a:lstStyle/>
          <a:p>
            <a:pPr>
              <a:spcAft>
                <a:spcPts val="600"/>
              </a:spcAft>
            </a:pPr>
            <a:fld id="{84C450F2-3BB4-4AE4-8A35-A9D7AEA4C850}" type="slidenum">
              <a:rPr lang="en-US" smtClean="0"/>
              <a:pPr>
                <a:spcAft>
                  <a:spcPts val="600"/>
                </a:spcAft>
              </a:pPr>
              <a:t>5</a:t>
            </a:fld>
            <a:endParaRPr lang="en-US"/>
          </a:p>
        </p:txBody>
      </p:sp>
    </p:spTree>
    <p:extLst>
      <p:ext uri="{BB962C8B-B14F-4D97-AF65-F5344CB8AC3E}">
        <p14:creationId xmlns:p14="http://schemas.microsoft.com/office/powerpoint/2010/main" val="24256220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16FAC7-04B9-4B8C-B8DC-AFA0C9974008}"/>
              </a:ext>
            </a:extLst>
          </p:cNvPr>
          <p:cNvSpPr>
            <a:spLocks noGrp="1"/>
          </p:cNvSpPr>
          <p:nvPr>
            <p:ph type="title"/>
          </p:nvPr>
        </p:nvSpPr>
        <p:spPr>
          <a:xfrm>
            <a:off x="8311896" y="1078992"/>
            <a:ext cx="3273552" cy="1947672"/>
          </a:xfrm>
        </p:spPr>
        <p:txBody>
          <a:bodyPr vert="horz" lIns="91440" tIns="45720" rIns="91440" bIns="45720" rtlCol="0" anchor="b">
            <a:normAutofit/>
          </a:bodyPr>
          <a:lstStyle/>
          <a:p>
            <a:r>
              <a:rPr lang="en-US" sz="2200" b="0" kern="1200" cap="all" baseline="0">
                <a:latin typeface="+mj-lt"/>
                <a:ea typeface="+mj-ea"/>
                <a:cs typeface="+mj-cs"/>
              </a:rPr>
              <a:t>Standardization Through Lookup Files</a:t>
            </a:r>
          </a:p>
        </p:txBody>
      </p:sp>
      <p:pic>
        <p:nvPicPr>
          <p:cNvPr id="7" name="Content Placeholder 6" descr="Document with check mark on digital background.">
            <a:extLst>
              <a:ext uri="{FF2B5EF4-FFF2-40B4-BE49-F238E27FC236}">
                <a16:creationId xmlns:a16="http://schemas.microsoft.com/office/drawing/2014/main" id="{0CEFF315-4D32-4B11-81B2-E1BEAA149180}"/>
              </a:ext>
            </a:extLst>
          </p:cNvPr>
          <p:cNvPicPr>
            <a:picLocks noGrp="1" noChangeAspect="1"/>
          </p:cNvPicPr>
          <p:nvPr>
            <p:ph type="pic" sz="quarter" idx="15"/>
          </p:nvPr>
        </p:nvPicPr>
        <p:blipFill>
          <a:blip r:embed="rId3"/>
          <a:srcRect l="17294" r="14720" b="1"/>
          <a:stretch>
            <a:fillRect/>
          </a:stretch>
        </p:blipFill>
        <p:spPr>
          <a:xfrm>
            <a:off x="20" y="10"/>
            <a:ext cx="7734280" cy="6399142"/>
          </a:xfrm>
        </p:spPr>
      </p:pic>
      <p:sp>
        <p:nvSpPr>
          <p:cNvPr id="8" name="TextBox 7">
            <a:extLst>
              <a:ext uri="{FF2B5EF4-FFF2-40B4-BE49-F238E27FC236}">
                <a16:creationId xmlns:a16="http://schemas.microsoft.com/office/drawing/2014/main" id="{12953319-B6FE-43F2-826B-9C8296D50358}"/>
              </a:ext>
            </a:extLst>
          </p:cNvPr>
          <p:cNvSpPr txBox="1"/>
          <p:nvPr>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8311896" y="3099816"/>
            <a:ext cx="3273552" cy="2953512"/>
          </a:xfrm>
          <a:prstGeom prst="rect">
            <a:avLst/>
          </a:prstGeom>
        </p:spPr>
        <p:txBody>
          <a:bodyPr>
            <a:normAutofit/>
          </a:bodyPr>
          <a:lstStyle/>
          <a:p>
            <a:pPr marL="0" indent="0">
              <a:lnSpc>
                <a:spcPct val="90000"/>
              </a:lnSpc>
              <a:spcBef>
                <a:spcPts val="2500"/>
              </a:spcBef>
              <a:spcAft>
                <a:spcPts val="600"/>
              </a:spcAft>
              <a:buFont typeface="Arial" panose="020B0604020202020204" pitchFamily="34" charset="0"/>
              <a:buNone/>
            </a:pPr>
            <a:r>
              <a:rPr lang="en-US" sz="1400" b="1"/>
              <a:t>Consistent Tagging</a:t>
            </a:r>
          </a:p>
          <a:p>
            <a:pPr marL="0" lvl="1" indent="0">
              <a:lnSpc>
                <a:spcPct val="90000"/>
              </a:lnSpc>
              <a:spcBef>
                <a:spcPts val="1000"/>
              </a:spcBef>
              <a:spcAft>
                <a:spcPts val="600"/>
              </a:spcAft>
              <a:buFont typeface="Arial" panose="020B0604020202020204" pitchFamily="34" charset="0"/>
              <a:buNone/>
            </a:pPr>
            <a:r>
              <a:rPr lang="en-US" sz="1400"/>
              <a:t>CSV lookup files enable consistent tagging across multiple datasets, reducing errors and improving data quality.</a:t>
            </a:r>
          </a:p>
          <a:p>
            <a:pPr marL="0" indent="0">
              <a:lnSpc>
                <a:spcPct val="90000"/>
              </a:lnSpc>
              <a:spcBef>
                <a:spcPts val="2500"/>
              </a:spcBef>
              <a:spcAft>
                <a:spcPts val="600"/>
              </a:spcAft>
              <a:buFont typeface="Arial" panose="020B0604020202020204" pitchFamily="34" charset="0"/>
              <a:buNone/>
            </a:pPr>
            <a:r>
              <a:rPr lang="en-US" sz="1400" b="1"/>
              <a:t>Uniform Data Categorization</a:t>
            </a:r>
          </a:p>
          <a:p>
            <a:pPr marL="0" lvl="1" indent="0">
              <a:lnSpc>
                <a:spcPct val="90000"/>
              </a:lnSpc>
              <a:spcBef>
                <a:spcPts val="1000"/>
              </a:spcBef>
              <a:spcAft>
                <a:spcPts val="600"/>
              </a:spcAft>
              <a:buFont typeface="Arial" panose="020B0604020202020204" pitchFamily="34" charset="0"/>
              <a:buNone/>
            </a:pPr>
            <a:r>
              <a:rPr lang="en-US" sz="1400"/>
              <a:t>Standardized lookup files ensure uniform categorization of observability data across teams and tools.</a:t>
            </a:r>
          </a:p>
        </p:txBody>
      </p:sp>
      <p:sp>
        <p:nvSpPr>
          <p:cNvPr id="4" name="Date Placeholder 3">
            <a:extLst>
              <a:ext uri="{FF2B5EF4-FFF2-40B4-BE49-F238E27FC236}">
                <a16:creationId xmlns:a16="http://schemas.microsoft.com/office/drawing/2014/main" id="{D8756C33-EF6F-E9CA-B462-DC35FE2CBEAC}"/>
              </a:ext>
            </a:extLst>
          </p:cNvPr>
          <p:cNvSpPr>
            <a:spLocks noGrp="1"/>
          </p:cNvSpPr>
          <p:nvPr>
            <p:ph type="dt" sz="half" idx="10"/>
          </p:nvPr>
        </p:nvSpPr>
        <p:spPr>
          <a:xfrm>
            <a:off x="431172" y="6490524"/>
            <a:ext cx="2841959" cy="336141"/>
          </a:xfrm>
        </p:spPr>
        <p:txBody>
          <a:bodyPr vert="horz" lIns="91440" tIns="45720" rIns="91440" bIns="45720" rtlCol="0" anchor="ctr">
            <a:normAutofit/>
          </a:bodyPr>
          <a:lstStyle/>
          <a:p>
            <a:pPr>
              <a:spcAft>
                <a:spcPts val="600"/>
              </a:spcAft>
            </a:pPr>
            <a:fld id="{FE21D4C7-8630-4B98-978C-30388BBD4EE8}" type="datetime1">
              <a:rPr lang="en-US" smtClean="0"/>
              <a:pPr>
                <a:spcAft>
                  <a:spcPts val="600"/>
                </a:spcAft>
              </a:pPr>
              <a:t>4/12/2026</a:t>
            </a:fld>
            <a:endParaRPr lang="en-US"/>
          </a:p>
        </p:txBody>
      </p:sp>
      <p:sp>
        <p:nvSpPr>
          <p:cNvPr id="5" name="Footer Placeholder 4">
            <a:extLst>
              <a:ext uri="{FF2B5EF4-FFF2-40B4-BE49-F238E27FC236}">
                <a16:creationId xmlns:a16="http://schemas.microsoft.com/office/drawing/2014/main" id="{A61BCAE7-49D3-0FA8-8ED4-885AE54A35F8}"/>
              </a:ext>
            </a:extLst>
          </p:cNvPr>
          <p:cNvSpPr>
            <a:spLocks noGrp="1"/>
          </p:cNvSpPr>
          <p:nvPr>
            <p:ph type="ftr" sz="quarter" idx="11"/>
          </p:nvPr>
        </p:nvSpPr>
        <p:spPr>
          <a:xfrm>
            <a:off x="8893370" y="6490524"/>
            <a:ext cx="2662834" cy="336141"/>
          </a:xfrm>
        </p:spPr>
        <p:txBody>
          <a:bodyPr vert="horz" lIns="91440" tIns="45720" rIns="91440" bIns="45720" rtlCol="0" anchor="ctr">
            <a:normAutofit/>
          </a:bodyPr>
          <a:lstStyle/>
          <a:p>
            <a:pPr>
              <a:spcAft>
                <a:spcPts val="600"/>
              </a:spcAft>
            </a:pPr>
            <a:r>
              <a:rPr lang="en-US" kern="1200">
                <a:latin typeface="+mn-lt"/>
                <a:ea typeface="+mn-ea"/>
                <a:cs typeface="+mn-cs"/>
              </a:rPr>
              <a:t>Sample Footer Text</a:t>
            </a:r>
          </a:p>
        </p:txBody>
      </p:sp>
      <p:sp>
        <p:nvSpPr>
          <p:cNvPr id="6" name="Slide Number Placeholder 5">
            <a:extLst>
              <a:ext uri="{FF2B5EF4-FFF2-40B4-BE49-F238E27FC236}">
                <a16:creationId xmlns:a16="http://schemas.microsoft.com/office/drawing/2014/main" id="{18508C0E-28A2-F83C-6077-66F1A2861D18}"/>
              </a:ext>
            </a:extLst>
          </p:cNvPr>
          <p:cNvSpPr>
            <a:spLocks noGrp="1"/>
          </p:cNvSpPr>
          <p:nvPr>
            <p:ph type="sldNum" sz="quarter" idx="12"/>
          </p:nvPr>
        </p:nvSpPr>
        <p:spPr>
          <a:xfrm>
            <a:off x="11648431" y="6490524"/>
            <a:ext cx="457200" cy="336141"/>
          </a:xfrm>
        </p:spPr>
        <p:txBody>
          <a:bodyPr vert="horz" lIns="91440" tIns="45720" rIns="91440" bIns="45720" rtlCol="0" anchor="ctr">
            <a:normAutofit/>
          </a:bodyPr>
          <a:lstStyle/>
          <a:p>
            <a:pPr>
              <a:spcAft>
                <a:spcPts val="600"/>
              </a:spcAft>
            </a:pPr>
            <a:fld id="{84C450F2-3BB4-4AE4-8A35-A9D7AEA4C850}" type="slidenum">
              <a:rPr lang="en-US" smtClean="0"/>
              <a:pPr>
                <a:spcAft>
                  <a:spcPts val="600"/>
                </a:spcAft>
              </a:pPr>
              <a:t>6</a:t>
            </a:fld>
            <a:endParaRPr lang="en-US"/>
          </a:p>
        </p:txBody>
      </p:sp>
    </p:spTree>
    <p:extLst>
      <p:ext uri="{BB962C8B-B14F-4D97-AF65-F5344CB8AC3E}">
        <p14:creationId xmlns:p14="http://schemas.microsoft.com/office/powerpoint/2010/main" val="37049985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A036A8-FAF5-CB40-7B87-67287D3DF5EE}"/>
              </a:ext>
            </a:extLst>
          </p:cNvPr>
          <p:cNvSpPr>
            <a:spLocks noGrp="1"/>
          </p:cNvSpPr>
          <p:nvPr>
            <p:ph type="title"/>
          </p:nvPr>
        </p:nvSpPr>
        <p:spPr>
          <a:xfrm>
            <a:off x="8311896" y="1078992"/>
            <a:ext cx="3273552" cy="1947672"/>
          </a:xfrm>
        </p:spPr>
        <p:txBody>
          <a:bodyPr vert="horz" lIns="91440" tIns="45720" rIns="91440" bIns="45720" rtlCol="0" anchor="b">
            <a:normAutofit/>
          </a:bodyPr>
          <a:lstStyle/>
          <a:p>
            <a:r>
              <a:rPr lang="en-US" b="0" kern="1200" cap="all" baseline="0">
                <a:latin typeface="+mj-lt"/>
                <a:ea typeface="+mj-ea"/>
                <a:cs typeface="+mj-cs"/>
              </a:rPr>
              <a:t>Ownership Mapping for Teams and Systems</a:t>
            </a:r>
          </a:p>
        </p:txBody>
      </p:sp>
      <p:pic>
        <p:nvPicPr>
          <p:cNvPr id="7" name="Content Placeholder 6" descr="3D illustration.">
            <a:extLst>
              <a:ext uri="{FF2B5EF4-FFF2-40B4-BE49-F238E27FC236}">
                <a16:creationId xmlns:a16="http://schemas.microsoft.com/office/drawing/2014/main" id="{9CCFF071-F462-4F92-969D-AB2BB42E1810}"/>
              </a:ext>
            </a:extLst>
          </p:cNvPr>
          <p:cNvPicPr>
            <a:picLocks noGrp="1" noChangeAspect="1"/>
          </p:cNvPicPr>
          <p:nvPr>
            <p:ph type="pic" sz="quarter" idx="15"/>
          </p:nvPr>
        </p:nvPicPr>
        <p:blipFill>
          <a:blip r:embed="rId3"/>
          <a:srcRect r="9350" b="-2"/>
          <a:stretch>
            <a:fillRect/>
          </a:stretch>
        </p:blipFill>
        <p:spPr>
          <a:xfrm>
            <a:off x="20" y="10"/>
            <a:ext cx="7734280" cy="6399142"/>
          </a:xfrm>
        </p:spPr>
      </p:pic>
      <p:sp>
        <p:nvSpPr>
          <p:cNvPr id="8" name="TextBox 7">
            <a:extLst>
              <a:ext uri="{FF2B5EF4-FFF2-40B4-BE49-F238E27FC236}">
                <a16:creationId xmlns:a16="http://schemas.microsoft.com/office/drawing/2014/main" id="{78F1C069-9CDA-4DFD-9206-78C4AA7205AE}"/>
              </a:ext>
            </a:extLst>
          </p:cNvPr>
          <p:cNvSpPr txBox="1"/>
          <p:nvPr>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8311896" y="3099816"/>
            <a:ext cx="3273552" cy="2953512"/>
          </a:xfrm>
          <a:prstGeom prst="rect">
            <a:avLst/>
          </a:prstGeom>
        </p:spPr>
        <p:txBody>
          <a:bodyPr>
            <a:normAutofit/>
          </a:bodyPr>
          <a:lstStyle/>
          <a:p>
            <a:pPr marL="0" indent="0">
              <a:lnSpc>
                <a:spcPct val="90000"/>
              </a:lnSpc>
              <a:spcBef>
                <a:spcPts val="2500"/>
              </a:spcBef>
              <a:spcAft>
                <a:spcPts val="600"/>
              </a:spcAft>
              <a:buFont typeface="Arial" panose="020B0604020202020204" pitchFamily="34" charset="0"/>
              <a:buNone/>
            </a:pPr>
            <a:r>
              <a:rPr lang="en-US" sz="1000" b="1"/>
              <a:t>Defining Ownership via CSV</a:t>
            </a:r>
          </a:p>
          <a:p>
            <a:pPr marL="0" lvl="1" indent="0">
              <a:lnSpc>
                <a:spcPct val="90000"/>
              </a:lnSpc>
              <a:spcBef>
                <a:spcPts val="1000"/>
              </a:spcBef>
              <a:spcAft>
                <a:spcPts val="600"/>
              </a:spcAft>
              <a:buFont typeface="Arial" panose="020B0604020202020204" pitchFamily="34" charset="0"/>
              <a:buNone/>
            </a:pPr>
            <a:r>
              <a:rPr lang="en-US" sz="1000"/>
              <a:t>CSV files effectively link system components to responsible teams or individuals, ensuring clear ownership.</a:t>
            </a:r>
          </a:p>
          <a:p>
            <a:pPr marL="0" indent="0">
              <a:lnSpc>
                <a:spcPct val="90000"/>
              </a:lnSpc>
              <a:spcBef>
                <a:spcPts val="2500"/>
              </a:spcBef>
              <a:spcAft>
                <a:spcPts val="600"/>
              </a:spcAft>
              <a:buFont typeface="Arial" panose="020B0604020202020204" pitchFamily="34" charset="0"/>
              <a:buNone/>
            </a:pPr>
            <a:r>
              <a:rPr lang="en-US" sz="1000" b="1"/>
              <a:t>Enhancing Accountability</a:t>
            </a:r>
          </a:p>
          <a:p>
            <a:pPr marL="0" lvl="1" indent="0">
              <a:lnSpc>
                <a:spcPct val="90000"/>
              </a:lnSpc>
              <a:spcBef>
                <a:spcPts val="1000"/>
              </a:spcBef>
              <a:spcAft>
                <a:spcPts val="600"/>
              </a:spcAft>
              <a:buFont typeface="Arial" panose="020B0604020202020204" pitchFamily="34" charset="0"/>
              <a:buNone/>
            </a:pPr>
            <a:r>
              <a:rPr lang="en-US" sz="1000"/>
              <a:t>Ownership mapping facilitates accountability by clarifying responsibilities during incidents.</a:t>
            </a:r>
          </a:p>
          <a:p>
            <a:pPr marL="0" indent="0">
              <a:lnSpc>
                <a:spcPct val="90000"/>
              </a:lnSpc>
              <a:spcBef>
                <a:spcPts val="2500"/>
              </a:spcBef>
              <a:spcAft>
                <a:spcPts val="600"/>
              </a:spcAft>
              <a:buFont typeface="Arial" panose="020B0604020202020204" pitchFamily="34" charset="0"/>
              <a:buNone/>
            </a:pPr>
            <a:r>
              <a:rPr lang="en-US" sz="1000" b="1"/>
              <a:t>Targeted Communication</a:t>
            </a:r>
          </a:p>
          <a:p>
            <a:pPr marL="0" lvl="1" indent="0">
              <a:lnSpc>
                <a:spcPct val="90000"/>
              </a:lnSpc>
              <a:spcBef>
                <a:spcPts val="1000"/>
              </a:spcBef>
              <a:spcAft>
                <a:spcPts val="600"/>
              </a:spcAft>
              <a:buFont typeface="Arial" panose="020B0604020202020204" pitchFamily="34" charset="0"/>
              <a:buNone/>
            </a:pPr>
            <a:r>
              <a:rPr lang="en-US" sz="1000"/>
              <a:t>Linking ownership allows targeted communication to right teams during incident resolution.</a:t>
            </a:r>
          </a:p>
        </p:txBody>
      </p:sp>
      <p:sp>
        <p:nvSpPr>
          <p:cNvPr id="4" name="Date Placeholder 3">
            <a:extLst>
              <a:ext uri="{FF2B5EF4-FFF2-40B4-BE49-F238E27FC236}">
                <a16:creationId xmlns:a16="http://schemas.microsoft.com/office/drawing/2014/main" id="{60957376-E292-E54C-B2D7-3A3967276AE2}"/>
              </a:ext>
            </a:extLst>
          </p:cNvPr>
          <p:cNvSpPr>
            <a:spLocks noGrp="1"/>
          </p:cNvSpPr>
          <p:nvPr>
            <p:ph type="dt" sz="half" idx="10"/>
          </p:nvPr>
        </p:nvSpPr>
        <p:spPr>
          <a:xfrm>
            <a:off x="431172" y="6490524"/>
            <a:ext cx="2841959" cy="336141"/>
          </a:xfrm>
        </p:spPr>
        <p:txBody>
          <a:bodyPr vert="horz" lIns="91440" tIns="45720" rIns="91440" bIns="45720" rtlCol="0" anchor="ctr">
            <a:normAutofit/>
          </a:bodyPr>
          <a:lstStyle/>
          <a:p>
            <a:pPr>
              <a:spcAft>
                <a:spcPts val="600"/>
              </a:spcAft>
            </a:pPr>
            <a:fld id="{FE21D4C7-8630-4B98-978C-30388BBD4EE8}" type="datetime1">
              <a:rPr lang="en-US" smtClean="0"/>
              <a:pPr>
                <a:spcAft>
                  <a:spcPts val="600"/>
                </a:spcAft>
              </a:pPr>
              <a:t>4/12/2026</a:t>
            </a:fld>
            <a:endParaRPr lang="en-US"/>
          </a:p>
        </p:txBody>
      </p:sp>
      <p:sp>
        <p:nvSpPr>
          <p:cNvPr id="5" name="Footer Placeholder 4">
            <a:extLst>
              <a:ext uri="{FF2B5EF4-FFF2-40B4-BE49-F238E27FC236}">
                <a16:creationId xmlns:a16="http://schemas.microsoft.com/office/drawing/2014/main" id="{F77A551F-A0E9-6DB8-8853-3F5ACF890D13}"/>
              </a:ext>
            </a:extLst>
          </p:cNvPr>
          <p:cNvSpPr>
            <a:spLocks noGrp="1"/>
          </p:cNvSpPr>
          <p:nvPr>
            <p:ph type="ftr" sz="quarter" idx="11"/>
          </p:nvPr>
        </p:nvSpPr>
        <p:spPr>
          <a:xfrm>
            <a:off x="8893370" y="6490524"/>
            <a:ext cx="2662834" cy="336141"/>
          </a:xfrm>
        </p:spPr>
        <p:txBody>
          <a:bodyPr vert="horz" lIns="91440" tIns="45720" rIns="91440" bIns="45720" rtlCol="0" anchor="ctr">
            <a:normAutofit/>
          </a:bodyPr>
          <a:lstStyle/>
          <a:p>
            <a:pPr>
              <a:spcAft>
                <a:spcPts val="600"/>
              </a:spcAft>
            </a:pPr>
            <a:r>
              <a:rPr lang="en-US" kern="1200">
                <a:latin typeface="+mn-lt"/>
                <a:ea typeface="+mn-ea"/>
                <a:cs typeface="+mn-cs"/>
              </a:rPr>
              <a:t>Sample Footer Text</a:t>
            </a:r>
          </a:p>
        </p:txBody>
      </p:sp>
      <p:sp>
        <p:nvSpPr>
          <p:cNvPr id="6" name="Slide Number Placeholder 5">
            <a:extLst>
              <a:ext uri="{FF2B5EF4-FFF2-40B4-BE49-F238E27FC236}">
                <a16:creationId xmlns:a16="http://schemas.microsoft.com/office/drawing/2014/main" id="{241F3953-786A-9B96-25D6-DFEAE83CCCAB}"/>
              </a:ext>
            </a:extLst>
          </p:cNvPr>
          <p:cNvSpPr>
            <a:spLocks noGrp="1"/>
          </p:cNvSpPr>
          <p:nvPr>
            <p:ph type="sldNum" sz="quarter" idx="12"/>
          </p:nvPr>
        </p:nvSpPr>
        <p:spPr>
          <a:xfrm>
            <a:off x="11648431" y="6490524"/>
            <a:ext cx="457200" cy="336141"/>
          </a:xfrm>
        </p:spPr>
        <p:txBody>
          <a:bodyPr vert="horz" lIns="91440" tIns="45720" rIns="91440" bIns="45720" rtlCol="0" anchor="ctr">
            <a:normAutofit/>
          </a:bodyPr>
          <a:lstStyle/>
          <a:p>
            <a:pPr>
              <a:spcAft>
                <a:spcPts val="600"/>
              </a:spcAft>
            </a:pPr>
            <a:fld id="{84C450F2-3BB4-4AE4-8A35-A9D7AEA4C850}" type="slidenum">
              <a:rPr lang="en-US" smtClean="0"/>
              <a:pPr>
                <a:spcAft>
                  <a:spcPts val="600"/>
                </a:spcAft>
              </a:pPr>
              <a:t>7</a:t>
            </a:fld>
            <a:endParaRPr lang="en-US"/>
          </a:p>
        </p:txBody>
      </p:sp>
    </p:spTree>
    <p:extLst>
      <p:ext uri="{BB962C8B-B14F-4D97-AF65-F5344CB8AC3E}">
        <p14:creationId xmlns:p14="http://schemas.microsoft.com/office/powerpoint/2010/main" val="305241122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299AD7-A1D6-012A-063C-B7BA6C2CD3FF}"/>
              </a:ext>
            </a:extLst>
          </p:cNvPr>
          <p:cNvSpPr>
            <a:spLocks noGrp="1"/>
          </p:cNvSpPr>
          <p:nvPr>
            <p:ph type="title"/>
          </p:nvPr>
        </p:nvSpPr>
        <p:spPr>
          <a:xfrm>
            <a:off x="429768" y="603504"/>
            <a:ext cx="3401568" cy="1527048"/>
          </a:xfrm>
        </p:spPr>
        <p:txBody>
          <a:bodyPr vert="horz" lIns="91440" tIns="45720" rIns="91440" bIns="45720" rtlCol="0" anchor="b">
            <a:normAutofit/>
          </a:bodyPr>
          <a:lstStyle/>
          <a:p>
            <a:r>
              <a:rPr lang="en-US" sz="2500" b="0" kern="1200" cap="all" baseline="0">
                <a:latin typeface="+mj-lt"/>
                <a:ea typeface="+mj-ea"/>
                <a:cs typeface="+mj-cs"/>
              </a:rPr>
              <a:t>Adding Business Context to Observability Data</a:t>
            </a:r>
          </a:p>
        </p:txBody>
      </p:sp>
      <p:sp>
        <p:nvSpPr>
          <p:cNvPr id="8" name="TextBox 7">
            <a:extLst>
              <a:ext uri="{FF2B5EF4-FFF2-40B4-BE49-F238E27FC236}">
                <a16:creationId xmlns:a16="http://schemas.microsoft.com/office/drawing/2014/main" id="{458457F7-555E-42E4-9951-0492D096D569}"/>
              </a:ext>
            </a:extLst>
          </p:cNvPr>
          <p:cNvSpPr txBox="1"/>
          <p:nvPr>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29768" y="2276856"/>
            <a:ext cx="3401568" cy="4041648"/>
          </a:xfrm>
          <a:prstGeom prst="rect">
            <a:avLst/>
          </a:prstGeom>
        </p:spPr>
        <p:txBody>
          <a:bodyPr>
            <a:normAutofit/>
          </a:bodyPr>
          <a:lstStyle/>
          <a:p>
            <a:pPr marL="0" indent="0">
              <a:spcBef>
                <a:spcPts val="2500"/>
              </a:spcBef>
              <a:spcAft>
                <a:spcPts val="600"/>
              </a:spcAft>
              <a:buFont typeface="Arial" panose="020B0604020202020204" pitchFamily="34" charset="0"/>
              <a:buNone/>
            </a:pPr>
            <a:r>
              <a:rPr lang="en-US" sz="1400" b="1"/>
              <a:t>Integrating Business Context</a:t>
            </a:r>
          </a:p>
          <a:p>
            <a:pPr marL="0" lvl="1" indent="0">
              <a:spcBef>
                <a:spcPts val="1000"/>
              </a:spcBef>
              <a:spcAft>
                <a:spcPts val="600"/>
              </a:spcAft>
              <a:buFont typeface="Arial" panose="020B0604020202020204" pitchFamily="34" charset="0"/>
              <a:buNone/>
            </a:pPr>
            <a:r>
              <a:rPr lang="en-US" sz="1400"/>
              <a:t>Integrate application priority, service level, and customer impact into observability data via CSV lookups.</a:t>
            </a:r>
          </a:p>
          <a:p>
            <a:pPr marL="0" indent="0">
              <a:spcBef>
                <a:spcPts val="2500"/>
              </a:spcBef>
              <a:spcAft>
                <a:spcPts val="600"/>
              </a:spcAft>
              <a:buFont typeface="Arial" panose="020B0604020202020204" pitchFamily="34" charset="0"/>
              <a:buNone/>
            </a:pPr>
            <a:r>
              <a:rPr lang="en-US" sz="1400" b="1"/>
              <a:t>Alignment with Business Objectives</a:t>
            </a:r>
          </a:p>
          <a:p>
            <a:pPr marL="0" lvl="1" indent="0">
              <a:spcBef>
                <a:spcPts val="1000"/>
              </a:spcBef>
              <a:spcAft>
                <a:spcPts val="600"/>
              </a:spcAft>
              <a:buFont typeface="Arial" panose="020B0604020202020204" pitchFamily="34" charset="0"/>
              <a:buNone/>
            </a:pPr>
            <a:r>
              <a:rPr lang="en-US" sz="1400"/>
              <a:t>Align monitoring and observability with business goals for improved decision-making and effectiveness.</a:t>
            </a:r>
          </a:p>
        </p:txBody>
      </p:sp>
      <p:pic>
        <p:nvPicPr>
          <p:cNvPr id="7" name="Content Placeholder 6" descr="Business report chart analysis tablet computer">
            <a:extLst>
              <a:ext uri="{FF2B5EF4-FFF2-40B4-BE49-F238E27FC236}">
                <a16:creationId xmlns:a16="http://schemas.microsoft.com/office/drawing/2014/main" id="{8BCCA591-3592-46DF-BB2B-52BFB0C99C13}"/>
              </a:ext>
            </a:extLst>
          </p:cNvPr>
          <p:cNvPicPr>
            <a:picLocks noGrp="1" noChangeAspect="1"/>
          </p:cNvPicPr>
          <p:nvPr>
            <p:ph type="pic" sz="quarter" idx="15"/>
          </p:nvPr>
        </p:nvPicPr>
        <p:blipFill>
          <a:blip r:embed="rId3"/>
          <a:srcRect l="4756" r="5126" b="2"/>
          <a:stretch>
            <a:fillRect/>
          </a:stretch>
        </p:blipFill>
        <p:spPr>
          <a:xfrm>
            <a:off x="4502843" y="2"/>
            <a:ext cx="7689157" cy="6399151"/>
          </a:xfrm>
        </p:spPr>
      </p:pic>
      <p:sp>
        <p:nvSpPr>
          <p:cNvPr id="4" name="Date Placeholder 3">
            <a:extLst>
              <a:ext uri="{FF2B5EF4-FFF2-40B4-BE49-F238E27FC236}">
                <a16:creationId xmlns:a16="http://schemas.microsoft.com/office/drawing/2014/main" id="{E0893FE6-587C-C2FC-EC37-4D76957D92BC}"/>
              </a:ext>
            </a:extLst>
          </p:cNvPr>
          <p:cNvSpPr>
            <a:spLocks noGrp="1"/>
          </p:cNvSpPr>
          <p:nvPr>
            <p:ph type="dt" sz="half" idx="10"/>
          </p:nvPr>
        </p:nvSpPr>
        <p:spPr>
          <a:xfrm>
            <a:off x="431172" y="6490524"/>
            <a:ext cx="2841959" cy="336141"/>
          </a:xfrm>
        </p:spPr>
        <p:txBody>
          <a:bodyPr vert="horz" lIns="91440" tIns="45720" rIns="91440" bIns="45720" rtlCol="0" anchor="ctr">
            <a:normAutofit/>
          </a:bodyPr>
          <a:lstStyle/>
          <a:p>
            <a:pPr>
              <a:spcAft>
                <a:spcPts val="600"/>
              </a:spcAft>
            </a:pPr>
            <a:fld id="{FE21D4C7-8630-4B98-978C-30388BBD4EE8}" type="datetime1">
              <a:rPr lang="en-US" smtClean="0"/>
              <a:pPr>
                <a:spcAft>
                  <a:spcPts val="600"/>
                </a:spcAft>
              </a:pPr>
              <a:t>4/12/2026</a:t>
            </a:fld>
            <a:endParaRPr lang="en-US"/>
          </a:p>
        </p:txBody>
      </p:sp>
      <p:sp>
        <p:nvSpPr>
          <p:cNvPr id="5" name="Footer Placeholder 4">
            <a:extLst>
              <a:ext uri="{FF2B5EF4-FFF2-40B4-BE49-F238E27FC236}">
                <a16:creationId xmlns:a16="http://schemas.microsoft.com/office/drawing/2014/main" id="{AC209B7D-4FEB-35BB-6780-22CBAC1DB8F6}"/>
              </a:ext>
            </a:extLst>
          </p:cNvPr>
          <p:cNvSpPr>
            <a:spLocks noGrp="1"/>
          </p:cNvSpPr>
          <p:nvPr>
            <p:ph type="ftr" sz="quarter" idx="11"/>
          </p:nvPr>
        </p:nvSpPr>
        <p:spPr>
          <a:xfrm>
            <a:off x="8893370" y="6490524"/>
            <a:ext cx="2662834" cy="336141"/>
          </a:xfrm>
        </p:spPr>
        <p:txBody>
          <a:bodyPr vert="horz" lIns="91440" tIns="45720" rIns="91440" bIns="45720" rtlCol="0" anchor="ctr">
            <a:normAutofit/>
          </a:bodyPr>
          <a:lstStyle/>
          <a:p>
            <a:pPr>
              <a:spcAft>
                <a:spcPts val="600"/>
              </a:spcAft>
            </a:pPr>
            <a:r>
              <a:rPr lang="en-US" kern="1200">
                <a:latin typeface="+mn-lt"/>
                <a:ea typeface="+mn-ea"/>
                <a:cs typeface="+mn-cs"/>
              </a:rPr>
              <a:t>Sample Footer Text</a:t>
            </a:r>
          </a:p>
        </p:txBody>
      </p:sp>
      <p:sp>
        <p:nvSpPr>
          <p:cNvPr id="6" name="Slide Number Placeholder 5">
            <a:extLst>
              <a:ext uri="{FF2B5EF4-FFF2-40B4-BE49-F238E27FC236}">
                <a16:creationId xmlns:a16="http://schemas.microsoft.com/office/drawing/2014/main" id="{6D4A0A1B-849C-1D07-A45A-037B6773ECCB}"/>
              </a:ext>
            </a:extLst>
          </p:cNvPr>
          <p:cNvSpPr>
            <a:spLocks noGrp="1"/>
          </p:cNvSpPr>
          <p:nvPr>
            <p:ph type="sldNum" sz="quarter" idx="12"/>
          </p:nvPr>
        </p:nvSpPr>
        <p:spPr>
          <a:xfrm>
            <a:off x="11648431" y="6490524"/>
            <a:ext cx="457200" cy="336141"/>
          </a:xfrm>
        </p:spPr>
        <p:txBody>
          <a:bodyPr vert="horz" lIns="91440" tIns="45720" rIns="91440" bIns="45720" rtlCol="0" anchor="ctr">
            <a:normAutofit/>
          </a:bodyPr>
          <a:lstStyle/>
          <a:p>
            <a:pPr>
              <a:spcAft>
                <a:spcPts val="600"/>
              </a:spcAft>
            </a:pPr>
            <a:fld id="{84C450F2-3BB4-4AE4-8A35-A9D7AEA4C850}" type="slidenum">
              <a:rPr lang="en-US" smtClean="0"/>
              <a:pPr>
                <a:spcAft>
                  <a:spcPts val="600"/>
                </a:spcAft>
              </a:pPr>
              <a:t>8</a:t>
            </a:fld>
            <a:endParaRPr lang="en-US"/>
          </a:p>
        </p:txBody>
      </p:sp>
    </p:spTree>
    <p:extLst>
      <p:ext uri="{BB962C8B-B14F-4D97-AF65-F5344CB8AC3E}">
        <p14:creationId xmlns:p14="http://schemas.microsoft.com/office/powerpoint/2010/main" val="352744368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EC3FD8-AF6C-F2B3-C679-D41562E24A9D}"/>
              </a:ext>
            </a:extLst>
          </p:cNvPr>
          <p:cNvSpPr>
            <a:spLocks noGrp="1"/>
          </p:cNvSpPr>
          <p:nvPr>
            <p:ph type="title"/>
          </p:nvPr>
        </p:nvSpPr>
        <p:spPr>
          <a:xfrm>
            <a:off x="429768" y="1627318"/>
            <a:ext cx="8430768" cy="1842020"/>
          </a:xfrm>
        </p:spPr>
        <p:txBody>
          <a:bodyPr anchor="b">
            <a:normAutofit/>
          </a:bodyPr>
          <a:lstStyle/>
          <a:p>
            <a:r>
              <a:rPr lang="en-US"/>
              <a:t>Conclusion</a:t>
            </a:r>
          </a:p>
        </p:txBody>
      </p:sp>
      <p:graphicFrame>
        <p:nvGraphicFramePr>
          <p:cNvPr id="10" name="Content Placeholder 2">
            <a:extLst>
              <a:ext uri="{FF2B5EF4-FFF2-40B4-BE49-F238E27FC236}">
                <a16:creationId xmlns:a16="http://schemas.microsoft.com/office/drawing/2014/main" id="{26347686-822B-C04B-963F-449620A00A72}"/>
              </a:ext>
            </a:extLst>
          </p:cNvPr>
          <p:cNvGraphicFramePr>
            <a:graphicFrameLocks noGrp="1"/>
          </p:cNvGraphicFramePr>
          <p:nvPr>
            <p:ph sz="quarter" idx="14"/>
            <p:extLst>
              <p:ext uri="{D42A27DB-BD31-4B8C-83A1-F6EECF244321}">
                <p14:modId xmlns:p14="http://schemas.microsoft.com/office/powerpoint/2010/main" val="3852130540"/>
              </p:ext>
              <p:ext uri="{E7BDC344-281C-4309-B0C6-D0EE65EED2A8}">
                <p202:designPr xmlns:p202="http://schemas.microsoft.com/office/powerpoint/2020/02/main">
                  <p202:designTagLst>
                    <p202:designTag name="ARCH:1:CLS" val="InformationBlock"/>
                    <p202:designTag name="ARCH:1:VSVAR" val="TitledTextBox"/>
                  </p202:designTagLst>
                </p202:designPr>
              </p:ext>
            </p:extLst>
          </p:nvPr>
        </p:nvGraphicFramePr>
        <p:xfrm>
          <a:off x="429768" y="3622673"/>
          <a:ext cx="8430768" cy="18288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Date Placeholder 3">
            <a:extLst>
              <a:ext uri="{FF2B5EF4-FFF2-40B4-BE49-F238E27FC236}">
                <a16:creationId xmlns:a16="http://schemas.microsoft.com/office/drawing/2014/main" id="{9174045F-8DFA-A25D-B831-68AD13FBED5D}"/>
              </a:ext>
            </a:extLst>
          </p:cNvPr>
          <p:cNvSpPr>
            <a:spLocks noGrp="1"/>
          </p:cNvSpPr>
          <p:nvPr>
            <p:ph type="dt" sz="half" idx="10"/>
          </p:nvPr>
        </p:nvSpPr>
        <p:spPr>
          <a:xfrm>
            <a:off x="431172" y="6490524"/>
            <a:ext cx="2841959" cy="336141"/>
          </a:xfrm>
        </p:spPr>
        <p:txBody>
          <a:bodyPr anchor="ctr">
            <a:normAutofit/>
          </a:bodyPr>
          <a:lstStyle/>
          <a:p>
            <a:pPr>
              <a:spcAft>
                <a:spcPts val="600"/>
              </a:spcAft>
            </a:pPr>
            <a:fld id="{FE21D4C7-8630-4B98-978C-30388BBD4EE8}" type="datetime1">
              <a:rPr lang="en-US" smtClean="0"/>
              <a:pPr>
                <a:spcAft>
                  <a:spcPts val="600"/>
                </a:spcAft>
              </a:pPr>
              <a:t>4/12/2026</a:t>
            </a:fld>
            <a:endParaRPr lang="en-US"/>
          </a:p>
        </p:txBody>
      </p:sp>
      <p:sp>
        <p:nvSpPr>
          <p:cNvPr id="5" name="Footer Placeholder 4">
            <a:extLst>
              <a:ext uri="{FF2B5EF4-FFF2-40B4-BE49-F238E27FC236}">
                <a16:creationId xmlns:a16="http://schemas.microsoft.com/office/drawing/2014/main" id="{EAB4B2FA-1644-49DE-FE68-D056C0D11D48}"/>
              </a:ext>
            </a:extLst>
          </p:cNvPr>
          <p:cNvSpPr>
            <a:spLocks noGrp="1"/>
          </p:cNvSpPr>
          <p:nvPr>
            <p:ph type="ftr" sz="quarter" idx="11"/>
          </p:nvPr>
        </p:nvSpPr>
        <p:spPr>
          <a:xfrm>
            <a:off x="8893370" y="6490524"/>
            <a:ext cx="2662834" cy="336141"/>
          </a:xfrm>
        </p:spPr>
        <p:txBody>
          <a:bodyPr anchor="ctr">
            <a:normAutofit/>
          </a:bodyPr>
          <a:lstStyle/>
          <a:p>
            <a:pPr>
              <a:spcAft>
                <a:spcPts val="600"/>
              </a:spcAft>
            </a:pPr>
            <a:r>
              <a:rPr lang="en-US"/>
              <a:t>Sample Footer Text</a:t>
            </a:r>
          </a:p>
        </p:txBody>
      </p:sp>
      <p:sp>
        <p:nvSpPr>
          <p:cNvPr id="6" name="Slide Number Placeholder 5">
            <a:extLst>
              <a:ext uri="{FF2B5EF4-FFF2-40B4-BE49-F238E27FC236}">
                <a16:creationId xmlns:a16="http://schemas.microsoft.com/office/drawing/2014/main" id="{93FDAE03-2039-1AE1-85A8-5AC4ABFE72B8}"/>
              </a:ext>
            </a:extLst>
          </p:cNvPr>
          <p:cNvSpPr>
            <a:spLocks noGrp="1"/>
          </p:cNvSpPr>
          <p:nvPr>
            <p:ph type="sldNum" sz="quarter" idx="12"/>
          </p:nvPr>
        </p:nvSpPr>
        <p:spPr>
          <a:xfrm>
            <a:off x="11648431" y="6490524"/>
            <a:ext cx="457200" cy="336141"/>
          </a:xfrm>
        </p:spPr>
        <p:txBody>
          <a:bodyPr anchor="ctr">
            <a:normAutofit/>
          </a:bodyPr>
          <a:lstStyle/>
          <a:p>
            <a:pPr>
              <a:spcAft>
                <a:spcPts val="600"/>
              </a:spcAft>
            </a:pPr>
            <a:fld id="{84C450F2-3BB4-4AE4-8A35-A9D7AEA4C850}" type="slidenum">
              <a:rPr lang="en-US" smtClean="0"/>
              <a:pPr>
                <a:spcAft>
                  <a:spcPts val="600"/>
                </a:spcAft>
              </a:pPr>
              <a:t>9</a:t>
            </a:fld>
            <a:endParaRPr lang="en-US"/>
          </a:p>
        </p:txBody>
      </p:sp>
    </p:spTree>
    <p:extLst>
      <p:ext uri="{BB962C8B-B14F-4D97-AF65-F5344CB8AC3E}">
        <p14:creationId xmlns:p14="http://schemas.microsoft.com/office/powerpoint/2010/main" val="1564935797"/>
      </p:ext>
    </p:extLst>
  </p:cSld>
  <p:clrMapOvr>
    <a:masterClrMapping/>
  </p:clrMapOvr>
  <p:transition>
    <p:fade/>
  </p:transition>
</p:sld>
</file>

<file path=ppt/theme/theme1.xml><?xml version="1.0" encoding="utf-8"?>
<a:theme xmlns:a="http://schemas.openxmlformats.org/drawingml/2006/main" name="OasisVTI">
  <a:themeElements>
    <a:clrScheme name="Oasis">
      <a:dk1>
        <a:srgbClr val="131313"/>
      </a:dk1>
      <a:lt1>
        <a:sysClr val="window" lastClr="FFFFFF"/>
      </a:lt1>
      <a:dk2>
        <a:srgbClr val="3D3C33"/>
      </a:dk2>
      <a:lt2>
        <a:srgbClr val="F0EDE6"/>
      </a:lt2>
      <a:accent1>
        <a:srgbClr val="A57361"/>
      </a:accent1>
      <a:accent2>
        <a:srgbClr val="BE8856"/>
      </a:accent2>
      <a:accent3>
        <a:srgbClr val="BD9075"/>
      </a:accent3>
      <a:accent4>
        <a:srgbClr val="939081"/>
      </a:accent4>
      <a:accent5>
        <a:srgbClr val="A16D4C"/>
      </a:accent5>
      <a:accent6>
        <a:srgbClr val="8C8662"/>
      </a:accent6>
      <a:hlink>
        <a:srgbClr val="A57361"/>
      </a:hlink>
      <a:folHlink>
        <a:srgbClr val="8C8662"/>
      </a:folHlink>
    </a:clrScheme>
    <a:fontScheme name="Neue Haas">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asis_win32_DN_V3" id="{65F5DFDA-B6D8-4F37-85B8-E95C858FA146}" vid="{998F2FB7-179B-41D4-99FF-60A4C828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TotalTime>
  <Words>803</Words>
  <Application>Microsoft Office PowerPoint</Application>
  <PresentationFormat>Widescreen</PresentationFormat>
  <Paragraphs>97</Paragraphs>
  <Slides>9</Slides>
  <Notes>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Aptos</vt:lpstr>
      <vt:lpstr>Arial</vt:lpstr>
      <vt:lpstr>Neue Haas Grotesk Text Pro</vt:lpstr>
      <vt:lpstr>OasisVTI</vt:lpstr>
      <vt:lpstr>Enhancing Observability with CSV Lookup Files in Dynatrace</vt:lpstr>
      <vt:lpstr>Introduction to CSV Lookup Files</vt:lpstr>
      <vt:lpstr>How CSV Lookup Files Work in Dynatrace</vt:lpstr>
      <vt:lpstr>Core Purpose: Data Enrichment</vt:lpstr>
      <vt:lpstr>Practical Enrichment Examples</vt:lpstr>
      <vt:lpstr>Standardization Through Lookup Files</vt:lpstr>
      <vt:lpstr>Ownership Mapping for Teams and Systems</vt:lpstr>
      <vt:lpstr>Adding Business Context to Observability Data</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Rashmi Rao</dc:creator>
  <cp:lastModifiedBy>Rashmi Rao</cp:lastModifiedBy>
  <cp:revision>1</cp:revision>
  <dcterms:created xsi:type="dcterms:W3CDTF">2026-04-12T20:39:17Z</dcterms:created>
  <dcterms:modified xsi:type="dcterms:W3CDTF">2026-04-12T20:43:50Z</dcterms:modified>
</cp:coreProperties>
</file>